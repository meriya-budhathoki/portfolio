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341A1E-D556-431E-97E8-2E394F40F7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982D0E-5148-4001-B5D3-A8B9F866E839}">
      <dgm:prSet/>
      <dgm:spPr/>
      <dgm:t>
        <a:bodyPr/>
        <a:lstStyle/>
        <a:p>
          <a:r>
            <a:rPr lang="en-US"/>
            <a:t>• AI detects design clashes faster than manual methods.</a:t>
          </a:r>
        </a:p>
      </dgm:t>
    </dgm:pt>
    <dgm:pt modelId="{6EA3B442-D691-4512-AAA4-9B9044DDB6D4}" type="parTrans" cxnId="{FD0E48A1-B738-4B9C-B380-9FAB9DBC8A40}">
      <dgm:prSet/>
      <dgm:spPr/>
      <dgm:t>
        <a:bodyPr/>
        <a:lstStyle/>
        <a:p>
          <a:endParaRPr lang="en-US"/>
        </a:p>
      </dgm:t>
    </dgm:pt>
    <dgm:pt modelId="{59906C50-705C-4CF1-BA02-D43443454F4A}" type="sibTrans" cxnId="{FD0E48A1-B738-4B9C-B380-9FAB9DBC8A40}">
      <dgm:prSet/>
      <dgm:spPr/>
      <dgm:t>
        <a:bodyPr/>
        <a:lstStyle/>
        <a:p>
          <a:endParaRPr lang="en-US"/>
        </a:p>
      </dgm:t>
    </dgm:pt>
    <dgm:pt modelId="{D179E072-43BF-4581-A0C4-7AC434B870EB}">
      <dgm:prSet/>
      <dgm:spPr/>
      <dgm:t>
        <a:bodyPr/>
        <a:lstStyle/>
        <a:p>
          <a:r>
            <a:rPr lang="en-US"/>
            <a:t>• Reduces rework during construction and improves coordination.</a:t>
          </a:r>
        </a:p>
      </dgm:t>
    </dgm:pt>
    <dgm:pt modelId="{9445CB35-3667-4464-8913-30DDD255FACE}" type="parTrans" cxnId="{CE09C2FF-5DFC-44D1-86E9-DE5890FBE268}">
      <dgm:prSet/>
      <dgm:spPr/>
      <dgm:t>
        <a:bodyPr/>
        <a:lstStyle/>
        <a:p>
          <a:endParaRPr lang="en-US"/>
        </a:p>
      </dgm:t>
    </dgm:pt>
    <dgm:pt modelId="{24BF1058-DAA2-4CE7-AC72-7DCB7970056D}" type="sibTrans" cxnId="{CE09C2FF-5DFC-44D1-86E9-DE5890FBE268}">
      <dgm:prSet/>
      <dgm:spPr/>
      <dgm:t>
        <a:bodyPr/>
        <a:lstStyle/>
        <a:p>
          <a:endParaRPr lang="en-US"/>
        </a:p>
      </dgm:t>
    </dgm:pt>
    <dgm:pt modelId="{04161618-6D85-4797-8B49-2CB2576C692C}">
      <dgm:prSet/>
      <dgm:spPr/>
      <dgm:t>
        <a:bodyPr/>
        <a:lstStyle/>
        <a:p>
          <a:r>
            <a:rPr lang="en-US"/>
            <a:t>• Real-time clash resolution enhances design quality and safety.</a:t>
          </a:r>
        </a:p>
      </dgm:t>
    </dgm:pt>
    <dgm:pt modelId="{707FBF52-744E-46B7-94A8-435A8CAC1DF8}" type="parTrans" cxnId="{0147B99C-C3B8-42F3-8963-4E409DB74322}">
      <dgm:prSet/>
      <dgm:spPr/>
      <dgm:t>
        <a:bodyPr/>
        <a:lstStyle/>
        <a:p>
          <a:endParaRPr lang="en-US"/>
        </a:p>
      </dgm:t>
    </dgm:pt>
    <dgm:pt modelId="{786504D3-F8C9-4E85-8D8E-C78C983D3095}" type="sibTrans" cxnId="{0147B99C-C3B8-42F3-8963-4E409DB74322}">
      <dgm:prSet/>
      <dgm:spPr/>
      <dgm:t>
        <a:bodyPr/>
        <a:lstStyle/>
        <a:p>
          <a:endParaRPr lang="en-US"/>
        </a:p>
      </dgm:t>
    </dgm:pt>
    <dgm:pt modelId="{D77F5262-6C3D-4C01-BA23-0C5AC2F55939}" type="pres">
      <dgm:prSet presAssocID="{7E341A1E-D556-431E-97E8-2E394F40F726}" presName="root" presStyleCnt="0">
        <dgm:presLayoutVars>
          <dgm:dir/>
          <dgm:resizeHandles val="exact"/>
        </dgm:presLayoutVars>
      </dgm:prSet>
      <dgm:spPr/>
    </dgm:pt>
    <dgm:pt modelId="{A41F0FBF-3D50-4F56-8B73-92A5664E3DCB}" type="pres">
      <dgm:prSet presAssocID="{D2982D0E-5148-4001-B5D3-A8B9F866E839}" presName="compNode" presStyleCnt="0"/>
      <dgm:spPr/>
    </dgm:pt>
    <dgm:pt modelId="{582D8D8E-ECED-45A8-BBE9-AEA41476642B}" type="pres">
      <dgm:prSet presAssocID="{D2982D0E-5148-4001-B5D3-A8B9F866E839}" presName="bgRect" presStyleLbl="bgShp" presStyleIdx="0" presStyleCnt="3"/>
      <dgm:spPr/>
    </dgm:pt>
    <dgm:pt modelId="{57B4A68F-BAF8-4544-954B-5B5B1733ACCC}" type="pres">
      <dgm:prSet presAssocID="{D2982D0E-5148-4001-B5D3-A8B9F866E8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82CBD8B-6368-400C-A43A-B8AB510A96A4}" type="pres">
      <dgm:prSet presAssocID="{D2982D0E-5148-4001-B5D3-A8B9F866E839}" presName="spaceRect" presStyleCnt="0"/>
      <dgm:spPr/>
    </dgm:pt>
    <dgm:pt modelId="{B1D066C2-B6B4-4C37-86AD-4E8D4DE17AB1}" type="pres">
      <dgm:prSet presAssocID="{D2982D0E-5148-4001-B5D3-A8B9F866E839}" presName="parTx" presStyleLbl="revTx" presStyleIdx="0" presStyleCnt="3">
        <dgm:presLayoutVars>
          <dgm:chMax val="0"/>
          <dgm:chPref val="0"/>
        </dgm:presLayoutVars>
      </dgm:prSet>
      <dgm:spPr/>
    </dgm:pt>
    <dgm:pt modelId="{1E59A181-58F3-4369-9DCC-31ED50A9A5D3}" type="pres">
      <dgm:prSet presAssocID="{59906C50-705C-4CF1-BA02-D43443454F4A}" presName="sibTrans" presStyleCnt="0"/>
      <dgm:spPr/>
    </dgm:pt>
    <dgm:pt modelId="{F8879A34-E68C-4011-B40A-ACB4889ABA7A}" type="pres">
      <dgm:prSet presAssocID="{D179E072-43BF-4581-A0C4-7AC434B870EB}" presName="compNode" presStyleCnt="0"/>
      <dgm:spPr/>
    </dgm:pt>
    <dgm:pt modelId="{AD471320-2792-4FE8-B1C4-2ED76E353EF2}" type="pres">
      <dgm:prSet presAssocID="{D179E072-43BF-4581-A0C4-7AC434B870EB}" presName="bgRect" presStyleLbl="bgShp" presStyleIdx="1" presStyleCnt="3"/>
      <dgm:spPr/>
    </dgm:pt>
    <dgm:pt modelId="{4D570741-68F7-4ADF-B8C1-39920481C729}" type="pres">
      <dgm:prSet presAssocID="{D179E072-43BF-4581-A0C4-7AC434B870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eelbarrow"/>
        </a:ext>
      </dgm:extLst>
    </dgm:pt>
    <dgm:pt modelId="{6A7E3D12-0313-42F6-89B4-6E75E0A92A65}" type="pres">
      <dgm:prSet presAssocID="{D179E072-43BF-4581-A0C4-7AC434B870EB}" presName="spaceRect" presStyleCnt="0"/>
      <dgm:spPr/>
    </dgm:pt>
    <dgm:pt modelId="{DAF2E9AB-50CC-4409-929E-E19CF9ED38EC}" type="pres">
      <dgm:prSet presAssocID="{D179E072-43BF-4581-A0C4-7AC434B870EB}" presName="parTx" presStyleLbl="revTx" presStyleIdx="1" presStyleCnt="3">
        <dgm:presLayoutVars>
          <dgm:chMax val="0"/>
          <dgm:chPref val="0"/>
        </dgm:presLayoutVars>
      </dgm:prSet>
      <dgm:spPr/>
    </dgm:pt>
    <dgm:pt modelId="{98CA159B-4BFD-439F-AF76-F24F72288264}" type="pres">
      <dgm:prSet presAssocID="{24BF1058-DAA2-4CE7-AC72-7DCB7970056D}" presName="sibTrans" presStyleCnt="0"/>
      <dgm:spPr/>
    </dgm:pt>
    <dgm:pt modelId="{AF7DC235-73BA-4C2B-9C79-F9AD1C59E669}" type="pres">
      <dgm:prSet presAssocID="{04161618-6D85-4797-8B49-2CB2576C692C}" presName="compNode" presStyleCnt="0"/>
      <dgm:spPr/>
    </dgm:pt>
    <dgm:pt modelId="{A8F099F1-DE50-40BB-A5A4-E5512FA1CFB9}" type="pres">
      <dgm:prSet presAssocID="{04161618-6D85-4797-8B49-2CB2576C692C}" presName="bgRect" presStyleLbl="bgShp" presStyleIdx="2" presStyleCnt="3"/>
      <dgm:spPr/>
    </dgm:pt>
    <dgm:pt modelId="{830A0C39-475B-45BF-AEFC-521AFEAE0C0D}" type="pres">
      <dgm:prSet presAssocID="{04161618-6D85-4797-8B49-2CB2576C69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5832E6F-5AA3-44E7-A3C6-60815676B18C}" type="pres">
      <dgm:prSet presAssocID="{04161618-6D85-4797-8B49-2CB2576C692C}" presName="spaceRect" presStyleCnt="0"/>
      <dgm:spPr/>
    </dgm:pt>
    <dgm:pt modelId="{3BCA759C-7940-4846-8C1C-F492607C907A}" type="pres">
      <dgm:prSet presAssocID="{04161618-6D85-4797-8B49-2CB2576C69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D7F8A35-FBC8-4866-BC1E-2955D17C93A4}" type="presOf" srcId="{D2982D0E-5148-4001-B5D3-A8B9F866E839}" destId="{B1D066C2-B6B4-4C37-86AD-4E8D4DE17AB1}" srcOrd="0" destOrd="0" presId="urn:microsoft.com/office/officeart/2018/2/layout/IconVerticalSolidList"/>
    <dgm:cxn modelId="{7BB5EA7B-D8DE-41D5-9D42-6D8699C4DF53}" type="presOf" srcId="{D179E072-43BF-4581-A0C4-7AC434B870EB}" destId="{DAF2E9AB-50CC-4409-929E-E19CF9ED38EC}" srcOrd="0" destOrd="0" presId="urn:microsoft.com/office/officeart/2018/2/layout/IconVerticalSolidList"/>
    <dgm:cxn modelId="{0147B99C-C3B8-42F3-8963-4E409DB74322}" srcId="{7E341A1E-D556-431E-97E8-2E394F40F726}" destId="{04161618-6D85-4797-8B49-2CB2576C692C}" srcOrd="2" destOrd="0" parTransId="{707FBF52-744E-46B7-94A8-435A8CAC1DF8}" sibTransId="{786504D3-F8C9-4E85-8D8E-C78C983D3095}"/>
    <dgm:cxn modelId="{FD0E48A1-B738-4B9C-B380-9FAB9DBC8A40}" srcId="{7E341A1E-D556-431E-97E8-2E394F40F726}" destId="{D2982D0E-5148-4001-B5D3-A8B9F866E839}" srcOrd="0" destOrd="0" parTransId="{6EA3B442-D691-4512-AAA4-9B9044DDB6D4}" sibTransId="{59906C50-705C-4CF1-BA02-D43443454F4A}"/>
    <dgm:cxn modelId="{494212BA-5A98-4A07-98B2-EB6DB8262E83}" type="presOf" srcId="{04161618-6D85-4797-8B49-2CB2576C692C}" destId="{3BCA759C-7940-4846-8C1C-F492607C907A}" srcOrd="0" destOrd="0" presId="urn:microsoft.com/office/officeart/2018/2/layout/IconVerticalSolidList"/>
    <dgm:cxn modelId="{9F922ACD-AA79-41F9-9216-97DDF9F2F094}" type="presOf" srcId="{7E341A1E-D556-431E-97E8-2E394F40F726}" destId="{D77F5262-6C3D-4C01-BA23-0C5AC2F55939}" srcOrd="0" destOrd="0" presId="urn:microsoft.com/office/officeart/2018/2/layout/IconVerticalSolidList"/>
    <dgm:cxn modelId="{CE09C2FF-5DFC-44D1-86E9-DE5890FBE268}" srcId="{7E341A1E-D556-431E-97E8-2E394F40F726}" destId="{D179E072-43BF-4581-A0C4-7AC434B870EB}" srcOrd="1" destOrd="0" parTransId="{9445CB35-3667-4464-8913-30DDD255FACE}" sibTransId="{24BF1058-DAA2-4CE7-AC72-7DCB7970056D}"/>
    <dgm:cxn modelId="{2E8F9072-EE38-478C-B46A-38A302500F83}" type="presParOf" srcId="{D77F5262-6C3D-4C01-BA23-0C5AC2F55939}" destId="{A41F0FBF-3D50-4F56-8B73-92A5664E3DCB}" srcOrd="0" destOrd="0" presId="urn:microsoft.com/office/officeart/2018/2/layout/IconVerticalSolidList"/>
    <dgm:cxn modelId="{36578738-2FBE-4B88-BAFC-2494004E8F5D}" type="presParOf" srcId="{A41F0FBF-3D50-4F56-8B73-92A5664E3DCB}" destId="{582D8D8E-ECED-45A8-BBE9-AEA41476642B}" srcOrd="0" destOrd="0" presId="urn:microsoft.com/office/officeart/2018/2/layout/IconVerticalSolidList"/>
    <dgm:cxn modelId="{220B4BB9-D96F-4C22-95E7-2F63D00BEC8B}" type="presParOf" srcId="{A41F0FBF-3D50-4F56-8B73-92A5664E3DCB}" destId="{57B4A68F-BAF8-4544-954B-5B5B1733ACCC}" srcOrd="1" destOrd="0" presId="urn:microsoft.com/office/officeart/2018/2/layout/IconVerticalSolidList"/>
    <dgm:cxn modelId="{5E7A1669-3540-4272-9202-C339AF9D92AF}" type="presParOf" srcId="{A41F0FBF-3D50-4F56-8B73-92A5664E3DCB}" destId="{782CBD8B-6368-400C-A43A-B8AB510A96A4}" srcOrd="2" destOrd="0" presId="urn:microsoft.com/office/officeart/2018/2/layout/IconVerticalSolidList"/>
    <dgm:cxn modelId="{803CD47E-A2F1-4F4E-AA05-4F0D14D76406}" type="presParOf" srcId="{A41F0FBF-3D50-4F56-8B73-92A5664E3DCB}" destId="{B1D066C2-B6B4-4C37-86AD-4E8D4DE17AB1}" srcOrd="3" destOrd="0" presId="urn:microsoft.com/office/officeart/2018/2/layout/IconVerticalSolidList"/>
    <dgm:cxn modelId="{DA4D55B6-3A28-47D9-9129-533F7651D09F}" type="presParOf" srcId="{D77F5262-6C3D-4C01-BA23-0C5AC2F55939}" destId="{1E59A181-58F3-4369-9DCC-31ED50A9A5D3}" srcOrd="1" destOrd="0" presId="urn:microsoft.com/office/officeart/2018/2/layout/IconVerticalSolidList"/>
    <dgm:cxn modelId="{7A3697C3-6918-44B3-9C43-95E90AE4DF55}" type="presParOf" srcId="{D77F5262-6C3D-4C01-BA23-0C5AC2F55939}" destId="{F8879A34-E68C-4011-B40A-ACB4889ABA7A}" srcOrd="2" destOrd="0" presId="urn:microsoft.com/office/officeart/2018/2/layout/IconVerticalSolidList"/>
    <dgm:cxn modelId="{C0493DBF-86CF-4BF3-97E9-D7996D94E28A}" type="presParOf" srcId="{F8879A34-E68C-4011-B40A-ACB4889ABA7A}" destId="{AD471320-2792-4FE8-B1C4-2ED76E353EF2}" srcOrd="0" destOrd="0" presId="urn:microsoft.com/office/officeart/2018/2/layout/IconVerticalSolidList"/>
    <dgm:cxn modelId="{B9F202B1-74C0-493C-A14A-5E181798004D}" type="presParOf" srcId="{F8879A34-E68C-4011-B40A-ACB4889ABA7A}" destId="{4D570741-68F7-4ADF-B8C1-39920481C729}" srcOrd="1" destOrd="0" presId="urn:microsoft.com/office/officeart/2018/2/layout/IconVerticalSolidList"/>
    <dgm:cxn modelId="{391B39D4-288A-4B43-AB66-27585DF58F59}" type="presParOf" srcId="{F8879A34-E68C-4011-B40A-ACB4889ABA7A}" destId="{6A7E3D12-0313-42F6-89B4-6E75E0A92A65}" srcOrd="2" destOrd="0" presId="urn:microsoft.com/office/officeart/2018/2/layout/IconVerticalSolidList"/>
    <dgm:cxn modelId="{F5C574CF-8D6C-45E9-AE24-A48E6B389F1C}" type="presParOf" srcId="{F8879A34-E68C-4011-B40A-ACB4889ABA7A}" destId="{DAF2E9AB-50CC-4409-929E-E19CF9ED38EC}" srcOrd="3" destOrd="0" presId="urn:microsoft.com/office/officeart/2018/2/layout/IconVerticalSolidList"/>
    <dgm:cxn modelId="{9AD7E3C2-61AA-46E0-B820-6B4B9D3C4619}" type="presParOf" srcId="{D77F5262-6C3D-4C01-BA23-0C5AC2F55939}" destId="{98CA159B-4BFD-439F-AF76-F24F72288264}" srcOrd="3" destOrd="0" presId="urn:microsoft.com/office/officeart/2018/2/layout/IconVerticalSolidList"/>
    <dgm:cxn modelId="{41F0150A-7787-4248-ACE2-4ED7238E124D}" type="presParOf" srcId="{D77F5262-6C3D-4C01-BA23-0C5AC2F55939}" destId="{AF7DC235-73BA-4C2B-9C79-F9AD1C59E669}" srcOrd="4" destOrd="0" presId="urn:microsoft.com/office/officeart/2018/2/layout/IconVerticalSolidList"/>
    <dgm:cxn modelId="{CB71F6A9-5464-4E8D-B10F-A421060746A9}" type="presParOf" srcId="{AF7DC235-73BA-4C2B-9C79-F9AD1C59E669}" destId="{A8F099F1-DE50-40BB-A5A4-E5512FA1CFB9}" srcOrd="0" destOrd="0" presId="urn:microsoft.com/office/officeart/2018/2/layout/IconVerticalSolidList"/>
    <dgm:cxn modelId="{15A07ECF-B0D7-49FF-B9B8-CF350877483D}" type="presParOf" srcId="{AF7DC235-73BA-4C2B-9C79-F9AD1C59E669}" destId="{830A0C39-475B-45BF-AEFC-521AFEAE0C0D}" srcOrd="1" destOrd="0" presId="urn:microsoft.com/office/officeart/2018/2/layout/IconVerticalSolidList"/>
    <dgm:cxn modelId="{CCC62F90-FDA4-4A92-9AB4-719542ABDCB0}" type="presParOf" srcId="{AF7DC235-73BA-4C2B-9C79-F9AD1C59E669}" destId="{A5832E6F-5AA3-44E7-A3C6-60815676B18C}" srcOrd="2" destOrd="0" presId="urn:microsoft.com/office/officeart/2018/2/layout/IconVerticalSolidList"/>
    <dgm:cxn modelId="{9664DA37-3E20-4A02-879F-FFF7EA9C239B}" type="presParOf" srcId="{AF7DC235-73BA-4C2B-9C79-F9AD1C59E669}" destId="{3BCA759C-7940-4846-8C1C-F492607C90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6E0C5A-85E3-4C41-846A-71133222B8F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7AAAE1-E433-4626-B7E6-FED9C06BA3E2}">
      <dgm:prSet/>
      <dgm:spPr/>
      <dgm:t>
        <a:bodyPr/>
        <a:lstStyle/>
        <a:p>
          <a:r>
            <a:rPr lang="en-US"/>
            <a:t>• AI analyzes historical data for accurate project forecasts.</a:t>
          </a:r>
        </a:p>
      </dgm:t>
    </dgm:pt>
    <dgm:pt modelId="{4E3DA15D-487B-4754-B9D0-A63A906FFEA9}" type="parTrans" cxnId="{31D2BBFD-D785-46BA-A2D4-7BBCC4195DD1}">
      <dgm:prSet/>
      <dgm:spPr/>
      <dgm:t>
        <a:bodyPr/>
        <a:lstStyle/>
        <a:p>
          <a:endParaRPr lang="en-US"/>
        </a:p>
      </dgm:t>
    </dgm:pt>
    <dgm:pt modelId="{C8908791-33DA-4CA5-9E03-7F317673F8F0}" type="sibTrans" cxnId="{31D2BBFD-D785-46BA-A2D4-7BBCC4195DD1}">
      <dgm:prSet/>
      <dgm:spPr/>
      <dgm:t>
        <a:bodyPr/>
        <a:lstStyle/>
        <a:p>
          <a:endParaRPr lang="en-US"/>
        </a:p>
      </dgm:t>
    </dgm:pt>
    <dgm:pt modelId="{D64F46A6-AE2E-4956-955F-C69111E0A796}">
      <dgm:prSet/>
      <dgm:spPr/>
      <dgm:t>
        <a:bodyPr/>
        <a:lstStyle/>
        <a:p>
          <a:r>
            <a:rPr lang="en-US"/>
            <a:t>• Predicts scheduling risks and cost overruns.</a:t>
          </a:r>
        </a:p>
      </dgm:t>
    </dgm:pt>
    <dgm:pt modelId="{4B607369-5E90-4980-86A7-9D2B93470183}" type="parTrans" cxnId="{8147B5DF-4CD2-43CD-81F6-2FDB550F119B}">
      <dgm:prSet/>
      <dgm:spPr/>
      <dgm:t>
        <a:bodyPr/>
        <a:lstStyle/>
        <a:p>
          <a:endParaRPr lang="en-US"/>
        </a:p>
      </dgm:t>
    </dgm:pt>
    <dgm:pt modelId="{DD32B4DB-3ED9-4664-93DF-36A65919EBAF}" type="sibTrans" cxnId="{8147B5DF-4CD2-43CD-81F6-2FDB550F119B}">
      <dgm:prSet/>
      <dgm:spPr/>
      <dgm:t>
        <a:bodyPr/>
        <a:lstStyle/>
        <a:p>
          <a:endParaRPr lang="en-US"/>
        </a:p>
      </dgm:t>
    </dgm:pt>
    <dgm:pt modelId="{D8860A0F-D883-48CB-9837-965A61C966DF}">
      <dgm:prSet/>
      <dgm:spPr/>
      <dgm:t>
        <a:bodyPr/>
        <a:lstStyle/>
        <a:p>
          <a:r>
            <a:rPr lang="en-US"/>
            <a:t>• Real-time updates improve project timelines and cost control.</a:t>
          </a:r>
        </a:p>
      </dgm:t>
    </dgm:pt>
    <dgm:pt modelId="{E7D15BA4-6097-47ED-B4F2-92CAB3CA815B}" type="parTrans" cxnId="{B537535B-4615-4A1E-AB5E-EBCB52B25486}">
      <dgm:prSet/>
      <dgm:spPr/>
      <dgm:t>
        <a:bodyPr/>
        <a:lstStyle/>
        <a:p>
          <a:endParaRPr lang="en-US"/>
        </a:p>
      </dgm:t>
    </dgm:pt>
    <dgm:pt modelId="{7529874F-AAE1-4EF1-9630-3E3661A08F64}" type="sibTrans" cxnId="{B537535B-4615-4A1E-AB5E-EBCB52B25486}">
      <dgm:prSet/>
      <dgm:spPr/>
      <dgm:t>
        <a:bodyPr/>
        <a:lstStyle/>
        <a:p>
          <a:endParaRPr lang="en-US"/>
        </a:p>
      </dgm:t>
    </dgm:pt>
    <dgm:pt modelId="{AE8AAA50-D043-4481-9CA1-6EF69C3F00AE}" type="pres">
      <dgm:prSet presAssocID="{7D6E0C5A-85E3-4C41-846A-71133222B8F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1070FE-A56C-4B81-98FF-2473B2E68CEB}" type="pres">
      <dgm:prSet presAssocID="{497AAAE1-E433-4626-B7E6-FED9C06BA3E2}" presName="hierRoot1" presStyleCnt="0"/>
      <dgm:spPr/>
    </dgm:pt>
    <dgm:pt modelId="{3B7E3BA9-1E97-4BB6-815F-D6F0C4FAAE79}" type="pres">
      <dgm:prSet presAssocID="{497AAAE1-E433-4626-B7E6-FED9C06BA3E2}" presName="composite" presStyleCnt="0"/>
      <dgm:spPr/>
    </dgm:pt>
    <dgm:pt modelId="{9DA7018C-8419-42F3-A981-B44990367934}" type="pres">
      <dgm:prSet presAssocID="{497AAAE1-E433-4626-B7E6-FED9C06BA3E2}" presName="background" presStyleLbl="node0" presStyleIdx="0" presStyleCnt="3"/>
      <dgm:spPr/>
    </dgm:pt>
    <dgm:pt modelId="{33E05461-2705-4142-8AF9-F6427FE2AC63}" type="pres">
      <dgm:prSet presAssocID="{497AAAE1-E433-4626-B7E6-FED9C06BA3E2}" presName="text" presStyleLbl="fgAcc0" presStyleIdx="0" presStyleCnt="3">
        <dgm:presLayoutVars>
          <dgm:chPref val="3"/>
        </dgm:presLayoutVars>
      </dgm:prSet>
      <dgm:spPr/>
    </dgm:pt>
    <dgm:pt modelId="{D44879B3-19B5-41F9-A1BA-45E152F194F2}" type="pres">
      <dgm:prSet presAssocID="{497AAAE1-E433-4626-B7E6-FED9C06BA3E2}" presName="hierChild2" presStyleCnt="0"/>
      <dgm:spPr/>
    </dgm:pt>
    <dgm:pt modelId="{1A592ED8-FFE2-4617-A912-CE120B39C93A}" type="pres">
      <dgm:prSet presAssocID="{D64F46A6-AE2E-4956-955F-C69111E0A796}" presName="hierRoot1" presStyleCnt="0"/>
      <dgm:spPr/>
    </dgm:pt>
    <dgm:pt modelId="{E421B2BD-E98A-4FC8-92DD-70C8B44A5556}" type="pres">
      <dgm:prSet presAssocID="{D64F46A6-AE2E-4956-955F-C69111E0A796}" presName="composite" presStyleCnt="0"/>
      <dgm:spPr/>
    </dgm:pt>
    <dgm:pt modelId="{F2A47192-048F-4682-BF4F-15AAFF878A21}" type="pres">
      <dgm:prSet presAssocID="{D64F46A6-AE2E-4956-955F-C69111E0A796}" presName="background" presStyleLbl="node0" presStyleIdx="1" presStyleCnt="3"/>
      <dgm:spPr/>
    </dgm:pt>
    <dgm:pt modelId="{E2A4161F-9EE0-4362-99BD-D970BCCEDFFF}" type="pres">
      <dgm:prSet presAssocID="{D64F46A6-AE2E-4956-955F-C69111E0A796}" presName="text" presStyleLbl="fgAcc0" presStyleIdx="1" presStyleCnt="3">
        <dgm:presLayoutVars>
          <dgm:chPref val="3"/>
        </dgm:presLayoutVars>
      </dgm:prSet>
      <dgm:spPr/>
    </dgm:pt>
    <dgm:pt modelId="{C4585CA9-EA6F-4FD6-B219-60D8967D62BC}" type="pres">
      <dgm:prSet presAssocID="{D64F46A6-AE2E-4956-955F-C69111E0A796}" presName="hierChild2" presStyleCnt="0"/>
      <dgm:spPr/>
    </dgm:pt>
    <dgm:pt modelId="{E84338C1-2141-40E5-9C0C-E3574CE0945A}" type="pres">
      <dgm:prSet presAssocID="{D8860A0F-D883-48CB-9837-965A61C966DF}" presName="hierRoot1" presStyleCnt="0"/>
      <dgm:spPr/>
    </dgm:pt>
    <dgm:pt modelId="{1BAD92E5-A8C9-430A-AC42-3ABF4B894CFD}" type="pres">
      <dgm:prSet presAssocID="{D8860A0F-D883-48CB-9837-965A61C966DF}" presName="composite" presStyleCnt="0"/>
      <dgm:spPr/>
    </dgm:pt>
    <dgm:pt modelId="{E7745BCC-036F-4CE5-BAB3-5680528A0BD0}" type="pres">
      <dgm:prSet presAssocID="{D8860A0F-D883-48CB-9837-965A61C966DF}" presName="background" presStyleLbl="node0" presStyleIdx="2" presStyleCnt="3"/>
      <dgm:spPr/>
    </dgm:pt>
    <dgm:pt modelId="{4B078035-42D8-4DCA-9A28-C29B6CF42640}" type="pres">
      <dgm:prSet presAssocID="{D8860A0F-D883-48CB-9837-965A61C966DF}" presName="text" presStyleLbl="fgAcc0" presStyleIdx="2" presStyleCnt="3">
        <dgm:presLayoutVars>
          <dgm:chPref val="3"/>
        </dgm:presLayoutVars>
      </dgm:prSet>
      <dgm:spPr/>
    </dgm:pt>
    <dgm:pt modelId="{CB175C8C-3DD2-4154-9D4D-CB8DA76BD9E0}" type="pres">
      <dgm:prSet presAssocID="{D8860A0F-D883-48CB-9837-965A61C966DF}" presName="hierChild2" presStyleCnt="0"/>
      <dgm:spPr/>
    </dgm:pt>
  </dgm:ptLst>
  <dgm:cxnLst>
    <dgm:cxn modelId="{BB04F614-8D00-46AB-9F4C-68C5BA3F4E2E}" type="presOf" srcId="{7D6E0C5A-85E3-4C41-846A-71133222B8FC}" destId="{AE8AAA50-D043-4481-9CA1-6EF69C3F00AE}" srcOrd="0" destOrd="0" presId="urn:microsoft.com/office/officeart/2005/8/layout/hierarchy1"/>
    <dgm:cxn modelId="{6DA5211A-37E2-49C2-86AA-1D11BBF175D5}" type="presOf" srcId="{497AAAE1-E433-4626-B7E6-FED9C06BA3E2}" destId="{33E05461-2705-4142-8AF9-F6427FE2AC63}" srcOrd="0" destOrd="0" presId="urn:microsoft.com/office/officeart/2005/8/layout/hierarchy1"/>
    <dgm:cxn modelId="{4BF1AE34-11F7-4DC5-BBD0-536073F26EAE}" type="presOf" srcId="{D8860A0F-D883-48CB-9837-965A61C966DF}" destId="{4B078035-42D8-4DCA-9A28-C29B6CF42640}" srcOrd="0" destOrd="0" presId="urn:microsoft.com/office/officeart/2005/8/layout/hierarchy1"/>
    <dgm:cxn modelId="{B537535B-4615-4A1E-AB5E-EBCB52B25486}" srcId="{7D6E0C5A-85E3-4C41-846A-71133222B8FC}" destId="{D8860A0F-D883-48CB-9837-965A61C966DF}" srcOrd="2" destOrd="0" parTransId="{E7D15BA4-6097-47ED-B4F2-92CAB3CA815B}" sibTransId="{7529874F-AAE1-4EF1-9630-3E3661A08F64}"/>
    <dgm:cxn modelId="{8D313977-452A-4EA4-95CE-A1A99A5E1D01}" type="presOf" srcId="{D64F46A6-AE2E-4956-955F-C69111E0A796}" destId="{E2A4161F-9EE0-4362-99BD-D970BCCEDFFF}" srcOrd="0" destOrd="0" presId="urn:microsoft.com/office/officeart/2005/8/layout/hierarchy1"/>
    <dgm:cxn modelId="{8147B5DF-4CD2-43CD-81F6-2FDB550F119B}" srcId="{7D6E0C5A-85E3-4C41-846A-71133222B8FC}" destId="{D64F46A6-AE2E-4956-955F-C69111E0A796}" srcOrd="1" destOrd="0" parTransId="{4B607369-5E90-4980-86A7-9D2B93470183}" sibTransId="{DD32B4DB-3ED9-4664-93DF-36A65919EBAF}"/>
    <dgm:cxn modelId="{31D2BBFD-D785-46BA-A2D4-7BBCC4195DD1}" srcId="{7D6E0C5A-85E3-4C41-846A-71133222B8FC}" destId="{497AAAE1-E433-4626-B7E6-FED9C06BA3E2}" srcOrd="0" destOrd="0" parTransId="{4E3DA15D-487B-4754-B9D0-A63A906FFEA9}" sibTransId="{C8908791-33DA-4CA5-9E03-7F317673F8F0}"/>
    <dgm:cxn modelId="{C3B10A07-9855-48AA-9001-12FB70AF6D41}" type="presParOf" srcId="{AE8AAA50-D043-4481-9CA1-6EF69C3F00AE}" destId="{DF1070FE-A56C-4B81-98FF-2473B2E68CEB}" srcOrd="0" destOrd="0" presId="urn:microsoft.com/office/officeart/2005/8/layout/hierarchy1"/>
    <dgm:cxn modelId="{21FF40B8-6E84-4767-99D5-2CC7D3DF8EAB}" type="presParOf" srcId="{DF1070FE-A56C-4B81-98FF-2473B2E68CEB}" destId="{3B7E3BA9-1E97-4BB6-815F-D6F0C4FAAE79}" srcOrd="0" destOrd="0" presId="urn:microsoft.com/office/officeart/2005/8/layout/hierarchy1"/>
    <dgm:cxn modelId="{BDF8E48A-A48E-4511-91AF-43D34EF873E6}" type="presParOf" srcId="{3B7E3BA9-1E97-4BB6-815F-D6F0C4FAAE79}" destId="{9DA7018C-8419-42F3-A981-B44990367934}" srcOrd="0" destOrd="0" presId="urn:microsoft.com/office/officeart/2005/8/layout/hierarchy1"/>
    <dgm:cxn modelId="{68C5E430-B4EC-4484-A7E4-E6CBBC561C8D}" type="presParOf" srcId="{3B7E3BA9-1E97-4BB6-815F-D6F0C4FAAE79}" destId="{33E05461-2705-4142-8AF9-F6427FE2AC63}" srcOrd="1" destOrd="0" presId="urn:microsoft.com/office/officeart/2005/8/layout/hierarchy1"/>
    <dgm:cxn modelId="{62AE6DA0-B09B-42B5-B9BC-E9494ECD984D}" type="presParOf" srcId="{DF1070FE-A56C-4B81-98FF-2473B2E68CEB}" destId="{D44879B3-19B5-41F9-A1BA-45E152F194F2}" srcOrd="1" destOrd="0" presId="urn:microsoft.com/office/officeart/2005/8/layout/hierarchy1"/>
    <dgm:cxn modelId="{B3019A98-4E98-43F9-8EFF-D7D1A4E5BAF7}" type="presParOf" srcId="{AE8AAA50-D043-4481-9CA1-6EF69C3F00AE}" destId="{1A592ED8-FFE2-4617-A912-CE120B39C93A}" srcOrd="1" destOrd="0" presId="urn:microsoft.com/office/officeart/2005/8/layout/hierarchy1"/>
    <dgm:cxn modelId="{1FACB24A-BE48-4B83-9F99-E3B7EAD96D91}" type="presParOf" srcId="{1A592ED8-FFE2-4617-A912-CE120B39C93A}" destId="{E421B2BD-E98A-4FC8-92DD-70C8B44A5556}" srcOrd="0" destOrd="0" presId="urn:microsoft.com/office/officeart/2005/8/layout/hierarchy1"/>
    <dgm:cxn modelId="{CEBB89AF-070E-4B6F-9A5A-765BA6262797}" type="presParOf" srcId="{E421B2BD-E98A-4FC8-92DD-70C8B44A5556}" destId="{F2A47192-048F-4682-BF4F-15AAFF878A21}" srcOrd="0" destOrd="0" presId="urn:microsoft.com/office/officeart/2005/8/layout/hierarchy1"/>
    <dgm:cxn modelId="{AB34C591-9EB2-4962-9818-C9DD7FE8E501}" type="presParOf" srcId="{E421B2BD-E98A-4FC8-92DD-70C8B44A5556}" destId="{E2A4161F-9EE0-4362-99BD-D970BCCEDFFF}" srcOrd="1" destOrd="0" presId="urn:microsoft.com/office/officeart/2005/8/layout/hierarchy1"/>
    <dgm:cxn modelId="{A45159B7-4BC8-42D5-9E86-4A0DDA3DC128}" type="presParOf" srcId="{1A592ED8-FFE2-4617-A912-CE120B39C93A}" destId="{C4585CA9-EA6F-4FD6-B219-60D8967D62BC}" srcOrd="1" destOrd="0" presId="urn:microsoft.com/office/officeart/2005/8/layout/hierarchy1"/>
    <dgm:cxn modelId="{EB299B2D-9D89-43D3-A7B3-E7C3D7251826}" type="presParOf" srcId="{AE8AAA50-D043-4481-9CA1-6EF69C3F00AE}" destId="{E84338C1-2141-40E5-9C0C-E3574CE0945A}" srcOrd="2" destOrd="0" presId="urn:microsoft.com/office/officeart/2005/8/layout/hierarchy1"/>
    <dgm:cxn modelId="{A29C0437-3097-4F36-9718-E7AF074443AA}" type="presParOf" srcId="{E84338C1-2141-40E5-9C0C-E3574CE0945A}" destId="{1BAD92E5-A8C9-430A-AC42-3ABF4B894CFD}" srcOrd="0" destOrd="0" presId="urn:microsoft.com/office/officeart/2005/8/layout/hierarchy1"/>
    <dgm:cxn modelId="{BF358CFE-319C-40D6-9348-8A828D3C543C}" type="presParOf" srcId="{1BAD92E5-A8C9-430A-AC42-3ABF4B894CFD}" destId="{E7745BCC-036F-4CE5-BAB3-5680528A0BD0}" srcOrd="0" destOrd="0" presId="urn:microsoft.com/office/officeart/2005/8/layout/hierarchy1"/>
    <dgm:cxn modelId="{06FFFF5D-AD68-4844-B628-66534EFA4FF1}" type="presParOf" srcId="{1BAD92E5-A8C9-430A-AC42-3ABF4B894CFD}" destId="{4B078035-42D8-4DCA-9A28-C29B6CF42640}" srcOrd="1" destOrd="0" presId="urn:microsoft.com/office/officeart/2005/8/layout/hierarchy1"/>
    <dgm:cxn modelId="{9F941EAE-FE18-4A76-AA8F-444967646CA9}" type="presParOf" srcId="{E84338C1-2141-40E5-9C0C-E3574CE0945A}" destId="{CB175C8C-3DD2-4154-9D4D-CB8DA76BD9E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CB488D-C2FB-4A0A-9689-60117DFD76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CA3B1B8-A849-4A48-ACF0-A4DF06FAF846}">
      <dgm:prSet/>
      <dgm:spPr/>
      <dgm:t>
        <a:bodyPr/>
        <a:lstStyle/>
        <a:p>
          <a:r>
            <a:rPr lang="en-US"/>
            <a:t>• AI synthesizes data for informed decision-making.</a:t>
          </a:r>
        </a:p>
      </dgm:t>
    </dgm:pt>
    <dgm:pt modelId="{48E3DFAF-8B59-49A5-9F16-EA432C5DCA7A}" type="parTrans" cxnId="{B8D90D07-41B6-4D2B-B70A-E36C49B871D9}">
      <dgm:prSet/>
      <dgm:spPr/>
      <dgm:t>
        <a:bodyPr/>
        <a:lstStyle/>
        <a:p>
          <a:endParaRPr lang="en-US"/>
        </a:p>
      </dgm:t>
    </dgm:pt>
    <dgm:pt modelId="{3799E181-2716-4EC0-B69D-663A31714932}" type="sibTrans" cxnId="{B8D90D07-41B6-4D2B-B70A-E36C49B871D9}">
      <dgm:prSet/>
      <dgm:spPr/>
      <dgm:t>
        <a:bodyPr/>
        <a:lstStyle/>
        <a:p>
          <a:endParaRPr lang="en-US"/>
        </a:p>
      </dgm:t>
    </dgm:pt>
    <dgm:pt modelId="{02385FE4-7B84-4E75-A30D-E4186D216925}">
      <dgm:prSet/>
      <dgm:spPr/>
      <dgm:t>
        <a:bodyPr/>
        <a:lstStyle/>
        <a:p>
          <a:r>
            <a:rPr lang="en-US"/>
            <a:t>• Enhances collaboration between architects, engineers, and contractors.</a:t>
          </a:r>
        </a:p>
      </dgm:t>
    </dgm:pt>
    <dgm:pt modelId="{6B4B688C-A949-4018-BF5C-C3B580F55C0E}" type="parTrans" cxnId="{0516B673-4BD1-4EFA-B6F6-2C7F8A1FC77B}">
      <dgm:prSet/>
      <dgm:spPr/>
      <dgm:t>
        <a:bodyPr/>
        <a:lstStyle/>
        <a:p>
          <a:endParaRPr lang="en-US"/>
        </a:p>
      </dgm:t>
    </dgm:pt>
    <dgm:pt modelId="{23D07340-949D-4C4A-A4FB-034A1521AD69}" type="sibTrans" cxnId="{0516B673-4BD1-4EFA-B6F6-2C7F8A1FC77B}">
      <dgm:prSet/>
      <dgm:spPr/>
      <dgm:t>
        <a:bodyPr/>
        <a:lstStyle/>
        <a:p>
          <a:endParaRPr lang="en-US"/>
        </a:p>
      </dgm:t>
    </dgm:pt>
    <dgm:pt modelId="{464FDA7D-34D6-41E1-9CA5-190A433C7B01}">
      <dgm:prSet/>
      <dgm:spPr/>
      <dgm:t>
        <a:bodyPr/>
        <a:lstStyle/>
        <a:p>
          <a:r>
            <a:rPr lang="en-US"/>
            <a:t>• Reduces review cycles and conflict resolution time.</a:t>
          </a:r>
        </a:p>
      </dgm:t>
    </dgm:pt>
    <dgm:pt modelId="{423F2BDC-4407-4B4C-A0E9-DA45BEFAD0BE}" type="parTrans" cxnId="{63C51F14-DB9B-440B-8012-F5E1E36DD9C1}">
      <dgm:prSet/>
      <dgm:spPr/>
      <dgm:t>
        <a:bodyPr/>
        <a:lstStyle/>
        <a:p>
          <a:endParaRPr lang="en-US"/>
        </a:p>
      </dgm:t>
    </dgm:pt>
    <dgm:pt modelId="{6983DBAF-90EA-43B2-9D34-B6B98848212C}" type="sibTrans" cxnId="{63C51F14-DB9B-440B-8012-F5E1E36DD9C1}">
      <dgm:prSet/>
      <dgm:spPr/>
      <dgm:t>
        <a:bodyPr/>
        <a:lstStyle/>
        <a:p>
          <a:endParaRPr lang="en-US"/>
        </a:p>
      </dgm:t>
    </dgm:pt>
    <dgm:pt modelId="{9B55DD07-8714-44C5-9946-F17DE338C7B4}" type="pres">
      <dgm:prSet presAssocID="{62CB488D-C2FB-4A0A-9689-60117DFD7609}" presName="root" presStyleCnt="0">
        <dgm:presLayoutVars>
          <dgm:dir/>
          <dgm:resizeHandles val="exact"/>
        </dgm:presLayoutVars>
      </dgm:prSet>
      <dgm:spPr/>
    </dgm:pt>
    <dgm:pt modelId="{08E55D06-83C7-4702-B1CC-8EAAE1EB2988}" type="pres">
      <dgm:prSet presAssocID="{3CA3B1B8-A849-4A48-ACF0-A4DF06FAF846}" presName="compNode" presStyleCnt="0"/>
      <dgm:spPr/>
    </dgm:pt>
    <dgm:pt modelId="{345B6572-D3FA-4B3A-889F-4B955A2ACF84}" type="pres">
      <dgm:prSet presAssocID="{3CA3B1B8-A849-4A48-ACF0-A4DF06FAF846}" presName="bgRect" presStyleLbl="bgShp" presStyleIdx="0" presStyleCnt="3"/>
      <dgm:spPr/>
    </dgm:pt>
    <dgm:pt modelId="{14C22BFB-3218-4797-B60D-26AB7F98353D}" type="pres">
      <dgm:prSet presAssocID="{3CA3B1B8-A849-4A48-ACF0-A4DF06FAF8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CC918362-45B8-40B4-94A0-419D0E56EDCE}" type="pres">
      <dgm:prSet presAssocID="{3CA3B1B8-A849-4A48-ACF0-A4DF06FAF846}" presName="spaceRect" presStyleCnt="0"/>
      <dgm:spPr/>
    </dgm:pt>
    <dgm:pt modelId="{3F1CB5C2-D2EB-47E4-B0A1-A93B9DEA40AA}" type="pres">
      <dgm:prSet presAssocID="{3CA3B1B8-A849-4A48-ACF0-A4DF06FAF846}" presName="parTx" presStyleLbl="revTx" presStyleIdx="0" presStyleCnt="3">
        <dgm:presLayoutVars>
          <dgm:chMax val="0"/>
          <dgm:chPref val="0"/>
        </dgm:presLayoutVars>
      </dgm:prSet>
      <dgm:spPr/>
    </dgm:pt>
    <dgm:pt modelId="{B3E05983-A75D-41A5-B118-A14D1EC6ADD1}" type="pres">
      <dgm:prSet presAssocID="{3799E181-2716-4EC0-B69D-663A31714932}" presName="sibTrans" presStyleCnt="0"/>
      <dgm:spPr/>
    </dgm:pt>
    <dgm:pt modelId="{E3699834-EA10-4BB9-8F1F-7FD9FF902771}" type="pres">
      <dgm:prSet presAssocID="{02385FE4-7B84-4E75-A30D-E4186D216925}" presName="compNode" presStyleCnt="0"/>
      <dgm:spPr/>
    </dgm:pt>
    <dgm:pt modelId="{F5DD7D20-D9F1-4415-A4DE-ADD1AA69FFC4}" type="pres">
      <dgm:prSet presAssocID="{02385FE4-7B84-4E75-A30D-E4186D216925}" presName="bgRect" presStyleLbl="bgShp" presStyleIdx="1" presStyleCnt="3"/>
      <dgm:spPr/>
    </dgm:pt>
    <dgm:pt modelId="{36D50680-860F-4BF7-9F82-8A39428A5870}" type="pres">
      <dgm:prSet presAssocID="{02385FE4-7B84-4E75-A30D-E4186D2169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2BE45ED-F0AB-4055-A9C6-60F84856F6D8}" type="pres">
      <dgm:prSet presAssocID="{02385FE4-7B84-4E75-A30D-E4186D216925}" presName="spaceRect" presStyleCnt="0"/>
      <dgm:spPr/>
    </dgm:pt>
    <dgm:pt modelId="{9C7645E8-8DC6-47D9-9036-49339D14AE23}" type="pres">
      <dgm:prSet presAssocID="{02385FE4-7B84-4E75-A30D-E4186D216925}" presName="parTx" presStyleLbl="revTx" presStyleIdx="1" presStyleCnt="3">
        <dgm:presLayoutVars>
          <dgm:chMax val="0"/>
          <dgm:chPref val="0"/>
        </dgm:presLayoutVars>
      </dgm:prSet>
      <dgm:spPr/>
    </dgm:pt>
    <dgm:pt modelId="{84C76787-443E-4F5A-A0F9-DF76E12E2D6B}" type="pres">
      <dgm:prSet presAssocID="{23D07340-949D-4C4A-A4FB-034A1521AD69}" presName="sibTrans" presStyleCnt="0"/>
      <dgm:spPr/>
    </dgm:pt>
    <dgm:pt modelId="{5A41B3D1-267A-4971-BCBB-4894A890D4A1}" type="pres">
      <dgm:prSet presAssocID="{464FDA7D-34D6-41E1-9CA5-190A433C7B01}" presName="compNode" presStyleCnt="0"/>
      <dgm:spPr/>
    </dgm:pt>
    <dgm:pt modelId="{157F166B-7F68-4A20-A06B-AA1D390C5A17}" type="pres">
      <dgm:prSet presAssocID="{464FDA7D-34D6-41E1-9CA5-190A433C7B01}" presName="bgRect" presStyleLbl="bgShp" presStyleIdx="2" presStyleCnt="3"/>
      <dgm:spPr/>
    </dgm:pt>
    <dgm:pt modelId="{A3F6A5F5-9D12-4590-BD20-6455EACCC0C8}" type="pres">
      <dgm:prSet presAssocID="{464FDA7D-34D6-41E1-9CA5-190A433C7B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198811F3-6A5D-4503-991B-4250C64B009B}" type="pres">
      <dgm:prSet presAssocID="{464FDA7D-34D6-41E1-9CA5-190A433C7B01}" presName="spaceRect" presStyleCnt="0"/>
      <dgm:spPr/>
    </dgm:pt>
    <dgm:pt modelId="{BF0E7B69-08C9-4FB7-85E6-259BE656249A}" type="pres">
      <dgm:prSet presAssocID="{464FDA7D-34D6-41E1-9CA5-190A433C7B0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D90D07-41B6-4D2B-B70A-E36C49B871D9}" srcId="{62CB488D-C2FB-4A0A-9689-60117DFD7609}" destId="{3CA3B1B8-A849-4A48-ACF0-A4DF06FAF846}" srcOrd="0" destOrd="0" parTransId="{48E3DFAF-8B59-49A5-9F16-EA432C5DCA7A}" sibTransId="{3799E181-2716-4EC0-B69D-663A31714932}"/>
    <dgm:cxn modelId="{EDFF2107-83C0-4ACA-9E45-46AE174FC3D2}" type="presOf" srcId="{464FDA7D-34D6-41E1-9CA5-190A433C7B01}" destId="{BF0E7B69-08C9-4FB7-85E6-259BE656249A}" srcOrd="0" destOrd="0" presId="urn:microsoft.com/office/officeart/2018/2/layout/IconVerticalSolidList"/>
    <dgm:cxn modelId="{63C51F14-DB9B-440B-8012-F5E1E36DD9C1}" srcId="{62CB488D-C2FB-4A0A-9689-60117DFD7609}" destId="{464FDA7D-34D6-41E1-9CA5-190A433C7B01}" srcOrd="2" destOrd="0" parTransId="{423F2BDC-4407-4B4C-A0E9-DA45BEFAD0BE}" sibTransId="{6983DBAF-90EA-43B2-9D34-B6B98848212C}"/>
    <dgm:cxn modelId="{A70F9E34-34FC-4175-B806-294D1D3AD340}" type="presOf" srcId="{62CB488D-C2FB-4A0A-9689-60117DFD7609}" destId="{9B55DD07-8714-44C5-9946-F17DE338C7B4}" srcOrd="0" destOrd="0" presId="urn:microsoft.com/office/officeart/2018/2/layout/IconVerticalSolidList"/>
    <dgm:cxn modelId="{0516B673-4BD1-4EFA-B6F6-2C7F8A1FC77B}" srcId="{62CB488D-C2FB-4A0A-9689-60117DFD7609}" destId="{02385FE4-7B84-4E75-A30D-E4186D216925}" srcOrd="1" destOrd="0" parTransId="{6B4B688C-A949-4018-BF5C-C3B580F55C0E}" sibTransId="{23D07340-949D-4C4A-A4FB-034A1521AD69}"/>
    <dgm:cxn modelId="{CB07E959-9773-468E-8B09-41DF0838CE7F}" type="presOf" srcId="{3CA3B1B8-A849-4A48-ACF0-A4DF06FAF846}" destId="{3F1CB5C2-D2EB-47E4-B0A1-A93B9DEA40AA}" srcOrd="0" destOrd="0" presId="urn:microsoft.com/office/officeart/2018/2/layout/IconVerticalSolidList"/>
    <dgm:cxn modelId="{A725C2AB-EB68-47DC-847D-9A653CBB4973}" type="presOf" srcId="{02385FE4-7B84-4E75-A30D-E4186D216925}" destId="{9C7645E8-8DC6-47D9-9036-49339D14AE23}" srcOrd="0" destOrd="0" presId="urn:microsoft.com/office/officeart/2018/2/layout/IconVerticalSolidList"/>
    <dgm:cxn modelId="{13DE0C61-89B3-417D-A6EE-268252EDCE97}" type="presParOf" srcId="{9B55DD07-8714-44C5-9946-F17DE338C7B4}" destId="{08E55D06-83C7-4702-B1CC-8EAAE1EB2988}" srcOrd="0" destOrd="0" presId="urn:microsoft.com/office/officeart/2018/2/layout/IconVerticalSolidList"/>
    <dgm:cxn modelId="{053E96D1-4FF9-4E52-AB3C-ED94E4FDE600}" type="presParOf" srcId="{08E55D06-83C7-4702-B1CC-8EAAE1EB2988}" destId="{345B6572-D3FA-4B3A-889F-4B955A2ACF84}" srcOrd="0" destOrd="0" presId="urn:microsoft.com/office/officeart/2018/2/layout/IconVerticalSolidList"/>
    <dgm:cxn modelId="{E87FDB24-EF1E-45A4-8831-CA50DCE8E5C9}" type="presParOf" srcId="{08E55D06-83C7-4702-B1CC-8EAAE1EB2988}" destId="{14C22BFB-3218-4797-B60D-26AB7F98353D}" srcOrd="1" destOrd="0" presId="urn:microsoft.com/office/officeart/2018/2/layout/IconVerticalSolidList"/>
    <dgm:cxn modelId="{5DE3463B-0DD7-48D3-A9FB-2169548BF8CC}" type="presParOf" srcId="{08E55D06-83C7-4702-B1CC-8EAAE1EB2988}" destId="{CC918362-45B8-40B4-94A0-419D0E56EDCE}" srcOrd="2" destOrd="0" presId="urn:microsoft.com/office/officeart/2018/2/layout/IconVerticalSolidList"/>
    <dgm:cxn modelId="{6B2AC8CE-9405-47CB-A3A7-39F20A810B00}" type="presParOf" srcId="{08E55D06-83C7-4702-B1CC-8EAAE1EB2988}" destId="{3F1CB5C2-D2EB-47E4-B0A1-A93B9DEA40AA}" srcOrd="3" destOrd="0" presId="urn:microsoft.com/office/officeart/2018/2/layout/IconVerticalSolidList"/>
    <dgm:cxn modelId="{65271DC5-5E77-4578-8D0B-6C83899DB108}" type="presParOf" srcId="{9B55DD07-8714-44C5-9946-F17DE338C7B4}" destId="{B3E05983-A75D-41A5-B118-A14D1EC6ADD1}" srcOrd="1" destOrd="0" presId="urn:microsoft.com/office/officeart/2018/2/layout/IconVerticalSolidList"/>
    <dgm:cxn modelId="{59210D04-2724-409C-B656-5A9FB1BEE6EE}" type="presParOf" srcId="{9B55DD07-8714-44C5-9946-F17DE338C7B4}" destId="{E3699834-EA10-4BB9-8F1F-7FD9FF902771}" srcOrd="2" destOrd="0" presId="urn:microsoft.com/office/officeart/2018/2/layout/IconVerticalSolidList"/>
    <dgm:cxn modelId="{E84E3B4F-4521-4EF3-BAF0-798D7C2040D9}" type="presParOf" srcId="{E3699834-EA10-4BB9-8F1F-7FD9FF902771}" destId="{F5DD7D20-D9F1-4415-A4DE-ADD1AA69FFC4}" srcOrd="0" destOrd="0" presId="urn:microsoft.com/office/officeart/2018/2/layout/IconVerticalSolidList"/>
    <dgm:cxn modelId="{9924C9FF-F726-44C8-9CD4-3C25746853FC}" type="presParOf" srcId="{E3699834-EA10-4BB9-8F1F-7FD9FF902771}" destId="{36D50680-860F-4BF7-9F82-8A39428A5870}" srcOrd="1" destOrd="0" presId="urn:microsoft.com/office/officeart/2018/2/layout/IconVerticalSolidList"/>
    <dgm:cxn modelId="{66F1687C-7F15-406F-AA5E-9FE053B2F69A}" type="presParOf" srcId="{E3699834-EA10-4BB9-8F1F-7FD9FF902771}" destId="{D2BE45ED-F0AB-4055-A9C6-60F84856F6D8}" srcOrd="2" destOrd="0" presId="urn:microsoft.com/office/officeart/2018/2/layout/IconVerticalSolidList"/>
    <dgm:cxn modelId="{38720445-104C-410F-98A0-E45F5E1682AD}" type="presParOf" srcId="{E3699834-EA10-4BB9-8F1F-7FD9FF902771}" destId="{9C7645E8-8DC6-47D9-9036-49339D14AE23}" srcOrd="3" destOrd="0" presId="urn:microsoft.com/office/officeart/2018/2/layout/IconVerticalSolidList"/>
    <dgm:cxn modelId="{6C3B212C-9B91-4FEC-8B7E-FD31802A1498}" type="presParOf" srcId="{9B55DD07-8714-44C5-9946-F17DE338C7B4}" destId="{84C76787-443E-4F5A-A0F9-DF76E12E2D6B}" srcOrd="3" destOrd="0" presId="urn:microsoft.com/office/officeart/2018/2/layout/IconVerticalSolidList"/>
    <dgm:cxn modelId="{F162D33B-AE2D-407C-8DF0-452F4AFF4D59}" type="presParOf" srcId="{9B55DD07-8714-44C5-9946-F17DE338C7B4}" destId="{5A41B3D1-267A-4971-BCBB-4894A890D4A1}" srcOrd="4" destOrd="0" presId="urn:microsoft.com/office/officeart/2018/2/layout/IconVerticalSolidList"/>
    <dgm:cxn modelId="{9CCC81D2-B3B7-46BF-A48B-E21198E861A8}" type="presParOf" srcId="{5A41B3D1-267A-4971-BCBB-4894A890D4A1}" destId="{157F166B-7F68-4A20-A06B-AA1D390C5A17}" srcOrd="0" destOrd="0" presId="urn:microsoft.com/office/officeart/2018/2/layout/IconVerticalSolidList"/>
    <dgm:cxn modelId="{BF272814-9FFB-42AD-8438-274DA3139D9E}" type="presParOf" srcId="{5A41B3D1-267A-4971-BCBB-4894A890D4A1}" destId="{A3F6A5F5-9D12-4590-BD20-6455EACCC0C8}" srcOrd="1" destOrd="0" presId="urn:microsoft.com/office/officeart/2018/2/layout/IconVerticalSolidList"/>
    <dgm:cxn modelId="{4CD608C5-B9B3-457E-B854-BC130C625D6D}" type="presParOf" srcId="{5A41B3D1-267A-4971-BCBB-4894A890D4A1}" destId="{198811F3-6A5D-4503-991B-4250C64B009B}" srcOrd="2" destOrd="0" presId="urn:microsoft.com/office/officeart/2018/2/layout/IconVerticalSolidList"/>
    <dgm:cxn modelId="{7C626F54-D3F1-4466-9B94-97C5ADAEB82E}" type="presParOf" srcId="{5A41B3D1-267A-4971-BCBB-4894A890D4A1}" destId="{BF0E7B69-08C9-4FB7-85E6-259BE65624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AD8A9B-1466-4F52-AD81-0DFAB51CAC8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409917-F3CC-46AF-9D68-BA266C85298E}">
      <dgm:prSet/>
      <dgm:spPr/>
      <dgm:t>
        <a:bodyPr/>
        <a:lstStyle/>
        <a:p>
          <a:r>
            <a:rPr lang="en-US"/>
            <a:t>• AI monitors real-time progress and compares it to BIM models.</a:t>
          </a:r>
        </a:p>
      </dgm:t>
    </dgm:pt>
    <dgm:pt modelId="{2F3FF764-39FF-49D3-8DB4-D11FF3071682}" type="parTrans" cxnId="{8D3F7740-F892-4E56-9376-C17AD26E31A6}">
      <dgm:prSet/>
      <dgm:spPr/>
      <dgm:t>
        <a:bodyPr/>
        <a:lstStyle/>
        <a:p>
          <a:endParaRPr lang="en-US"/>
        </a:p>
      </dgm:t>
    </dgm:pt>
    <dgm:pt modelId="{AC4B542D-344B-4D80-8C4E-D6088D639291}" type="sibTrans" cxnId="{8D3F7740-F892-4E56-9376-C17AD26E31A6}">
      <dgm:prSet/>
      <dgm:spPr/>
      <dgm:t>
        <a:bodyPr/>
        <a:lstStyle/>
        <a:p>
          <a:endParaRPr lang="en-US"/>
        </a:p>
      </dgm:t>
    </dgm:pt>
    <dgm:pt modelId="{76AD0415-CF68-41A9-9FF6-A053A22F4E9E}">
      <dgm:prSet/>
      <dgm:spPr/>
      <dgm:t>
        <a:bodyPr/>
        <a:lstStyle/>
        <a:p>
          <a:r>
            <a:rPr lang="en-US"/>
            <a:t>• Early detection of discrepancies allows faster corrective actions.</a:t>
          </a:r>
        </a:p>
      </dgm:t>
    </dgm:pt>
    <dgm:pt modelId="{FA0BE10D-C587-472A-86F9-6D589C5C0159}" type="parTrans" cxnId="{A2B22E8B-680E-4F4A-B0A4-C2FA2F095BCA}">
      <dgm:prSet/>
      <dgm:spPr/>
      <dgm:t>
        <a:bodyPr/>
        <a:lstStyle/>
        <a:p>
          <a:endParaRPr lang="en-US"/>
        </a:p>
      </dgm:t>
    </dgm:pt>
    <dgm:pt modelId="{E0E7EF12-4A96-413F-94DD-EA3892B99A84}" type="sibTrans" cxnId="{A2B22E8B-680E-4F4A-B0A4-C2FA2F095BCA}">
      <dgm:prSet/>
      <dgm:spPr/>
      <dgm:t>
        <a:bodyPr/>
        <a:lstStyle/>
        <a:p>
          <a:endParaRPr lang="en-US"/>
        </a:p>
      </dgm:t>
    </dgm:pt>
    <dgm:pt modelId="{0F0D347B-42D4-4415-AE84-9D9EC47A9F52}">
      <dgm:prSet/>
      <dgm:spPr/>
      <dgm:t>
        <a:bodyPr/>
        <a:lstStyle/>
        <a:p>
          <a:r>
            <a:rPr lang="en-US"/>
            <a:t>• Improves scheduling accuracy and ensures workforce efficiency.</a:t>
          </a:r>
        </a:p>
      </dgm:t>
    </dgm:pt>
    <dgm:pt modelId="{5D40C6F4-EC34-452B-99A5-530B87486300}" type="parTrans" cxnId="{9E5523AE-027D-4068-A24C-D41DD5D8491A}">
      <dgm:prSet/>
      <dgm:spPr/>
      <dgm:t>
        <a:bodyPr/>
        <a:lstStyle/>
        <a:p>
          <a:endParaRPr lang="en-US"/>
        </a:p>
      </dgm:t>
    </dgm:pt>
    <dgm:pt modelId="{B686A710-D426-4170-A086-05805CB10245}" type="sibTrans" cxnId="{9E5523AE-027D-4068-A24C-D41DD5D8491A}">
      <dgm:prSet/>
      <dgm:spPr/>
      <dgm:t>
        <a:bodyPr/>
        <a:lstStyle/>
        <a:p>
          <a:endParaRPr lang="en-US"/>
        </a:p>
      </dgm:t>
    </dgm:pt>
    <dgm:pt modelId="{9ADE61E9-8C77-417D-8964-8031041EA14F}" type="pres">
      <dgm:prSet presAssocID="{FFAD8A9B-1466-4F52-AD81-0DFAB51CAC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964D55-9469-47F0-BADC-00E72C90D54C}" type="pres">
      <dgm:prSet presAssocID="{9B409917-F3CC-46AF-9D68-BA266C85298E}" presName="hierRoot1" presStyleCnt="0"/>
      <dgm:spPr/>
    </dgm:pt>
    <dgm:pt modelId="{7EA40E39-9FC6-4F0C-9F49-854DCBA8B4D8}" type="pres">
      <dgm:prSet presAssocID="{9B409917-F3CC-46AF-9D68-BA266C85298E}" presName="composite" presStyleCnt="0"/>
      <dgm:spPr/>
    </dgm:pt>
    <dgm:pt modelId="{4C91CCCD-8B2F-4DA0-9B7F-B9ED9BE21102}" type="pres">
      <dgm:prSet presAssocID="{9B409917-F3CC-46AF-9D68-BA266C85298E}" presName="background" presStyleLbl="node0" presStyleIdx="0" presStyleCnt="3"/>
      <dgm:spPr/>
    </dgm:pt>
    <dgm:pt modelId="{F9B92D8D-CC96-4ED5-BE62-56E6651F31DB}" type="pres">
      <dgm:prSet presAssocID="{9B409917-F3CC-46AF-9D68-BA266C85298E}" presName="text" presStyleLbl="fgAcc0" presStyleIdx="0" presStyleCnt="3">
        <dgm:presLayoutVars>
          <dgm:chPref val="3"/>
        </dgm:presLayoutVars>
      </dgm:prSet>
      <dgm:spPr/>
    </dgm:pt>
    <dgm:pt modelId="{560F749E-A4E4-472C-9CDA-9C9919797ABB}" type="pres">
      <dgm:prSet presAssocID="{9B409917-F3CC-46AF-9D68-BA266C85298E}" presName="hierChild2" presStyleCnt="0"/>
      <dgm:spPr/>
    </dgm:pt>
    <dgm:pt modelId="{D4397A67-3226-4983-B30E-C98038C3CBE5}" type="pres">
      <dgm:prSet presAssocID="{76AD0415-CF68-41A9-9FF6-A053A22F4E9E}" presName="hierRoot1" presStyleCnt="0"/>
      <dgm:spPr/>
    </dgm:pt>
    <dgm:pt modelId="{74B70D80-C269-453E-80BB-AB16F3FAFC86}" type="pres">
      <dgm:prSet presAssocID="{76AD0415-CF68-41A9-9FF6-A053A22F4E9E}" presName="composite" presStyleCnt="0"/>
      <dgm:spPr/>
    </dgm:pt>
    <dgm:pt modelId="{A4530379-378A-45F1-A00E-D01963C30D0D}" type="pres">
      <dgm:prSet presAssocID="{76AD0415-CF68-41A9-9FF6-A053A22F4E9E}" presName="background" presStyleLbl="node0" presStyleIdx="1" presStyleCnt="3"/>
      <dgm:spPr/>
    </dgm:pt>
    <dgm:pt modelId="{9B839496-8995-494C-A3E8-A556250B83CE}" type="pres">
      <dgm:prSet presAssocID="{76AD0415-CF68-41A9-9FF6-A053A22F4E9E}" presName="text" presStyleLbl="fgAcc0" presStyleIdx="1" presStyleCnt="3">
        <dgm:presLayoutVars>
          <dgm:chPref val="3"/>
        </dgm:presLayoutVars>
      </dgm:prSet>
      <dgm:spPr/>
    </dgm:pt>
    <dgm:pt modelId="{C7002AEF-C9B9-41F5-BC28-65AF24354A62}" type="pres">
      <dgm:prSet presAssocID="{76AD0415-CF68-41A9-9FF6-A053A22F4E9E}" presName="hierChild2" presStyleCnt="0"/>
      <dgm:spPr/>
    </dgm:pt>
    <dgm:pt modelId="{C15116F5-7BBF-4C0D-B633-AA3DA0BFBC85}" type="pres">
      <dgm:prSet presAssocID="{0F0D347B-42D4-4415-AE84-9D9EC47A9F52}" presName="hierRoot1" presStyleCnt="0"/>
      <dgm:spPr/>
    </dgm:pt>
    <dgm:pt modelId="{7326C6E8-F94B-4F24-BCE8-64112C0D75D7}" type="pres">
      <dgm:prSet presAssocID="{0F0D347B-42D4-4415-AE84-9D9EC47A9F52}" presName="composite" presStyleCnt="0"/>
      <dgm:spPr/>
    </dgm:pt>
    <dgm:pt modelId="{BDDED18D-C6ED-402B-A2B8-F78A96EBA805}" type="pres">
      <dgm:prSet presAssocID="{0F0D347B-42D4-4415-AE84-9D9EC47A9F52}" presName="background" presStyleLbl="node0" presStyleIdx="2" presStyleCnt="3"/>
      <dgm:spPr/>
    </dgm:pt>
    <dgm:pt modelId="{C0C2E430-0FFB-4153-835D-AFF27F6FEF62}" type="pres">
      <dgm:prSet presAssocID="{0F0D347B-42D4-4415-AE84-9D9EC47A9F52}" presName="text" presStyleLbl="fgAcc0" presStyleIdx="2" presStyleCnt="3">
        <dgm:presLayoutVars>
          <dgm:chPref val="3"/>
        </dgm:presLayoutVars>
      </dgm:prSet>
      <dgm:spPr/>
    </dgm:pt>
    <dgm:pt modelId="{8D7F1701-FFAE-4667-A063-441502DE500C}" type="pres">
      <dgm:prSet presAssocID="{0F0D347B-42D4-4415-AE84-9D9EC47A9F52}" presName="hierChild2" presStyleCnt="0"/>
      <dgm:spPr/>
    </dgm:pt>
  </dgm:ptLst>
  <dgm:cxnLst>
    <dgm:cxn modelId="{E3160201-037D-4994-B870-BB6C21AAB0A3}" type="presOf" srcId="{76AD0415-CF68-41A9-9FF6-A053A22F4E9E}" destId="{9B839496-8995-494C-A3E8-A556250B83CE}" srcOrd="0" destOrd="0" presId="urn:microsoft.com/office/officeart/2005/8/layout/hierarchy1"/>
    <dgm:cxn modelId="{C885943C-0C96-4491-AF21-574B59D51400}" type="presOf" srcId="{9B409917-F3CC-46AF-9D68-BA266C85298E}" destId="{F9B92D8D-CC96-4ED5-BE62-56E6651F31DB}" srcOrd="0" destOrd="0" presId="urn:microsoft.com/office/officeart/2005/8/layout/hierarchy1"/>
    <dgm:cxn modelId="{8D3F7740-F892-4E56-9376-C17AD26E31A6}" srcId="{FFAD8A9B-1466-4F52-AD81-0DFAB51CAC88}" destId="{9B409917-F3CC-46AF-9D68-BA266C85298E}" srcOrd="0" destOrd="0" parTransId="{2F3FF764-39FF-49D3-8DB4-D11FF3071682}" sibTransId="{AC4B542D-344B-4D80-8C4E-D6088D639291}"/>
    <dgm:cxn modelId="{A2B22E8B-680E-4F4A-B0A4-C2FA2F095BCA}" srcId="{FFAD8A9B-1466-4F52-AD81-0DFAB51CAC88}" destId="{76AD0415-CF68-41A9-9FF6-A053A22F4E9E}" srcOrd="1" destOrd="0" parTransId="{FA0BE10D-C587-472A-86F9-6D589C5C0159}" sibTransId="{E0E7EF12-4A96-413F-94DD-EA3892B99A84}"/>
    <dgm:cxn modelId="{9E5523AE-027D-4068-A24C-D41DD5D8491A}" srcId="{FFAD8A9B-1466-4F52-AD81-0DFAB51CAC88}" destId="{0F0D347B-42D4-4415-AE84-9D9EC47A9F52}" srcOrd="2" destOrd="0" parTransId="{5D40C6F4-EC34-452B-99A5-530B87486300}" sibTransId="{B686A710-D426-4170-A086-05805CB10245}"/>
    <dgm:cxn modelId="{475E65E3-0A4E-4C02-AD63-6F73A2F1B1FF}" type="presOf" srcId="{FFAD8A9B-1466-4F52-AD81-0DFAB51CAC88}" destId="{9ADE61E9-8C77-417D-8964-8031041EA14F}" srcOrd="0" destOrd="0" presId="urn:microsoft.com/office/officeart/2005/8/layout/hierarchy1"/>
    <dgm:cxn modelId="{736DADF0-9D8B-4574-B624-0CD5193B6A00}" type="presOf" srcId="{0F0D347B-42D4-4415-AE84-9D9EC47A9F52}" destId="{C0C2E430-0FFB-4153-835D-AFF27F6FEF62}" srcOrd="0" destOrd="0" presId="urn:microsoft.com/office/officeart/2005/8/layout/hierarchy1"/>
    <dgm:cxn modelId="{57BE3F74-4E69-4242-A2C1-B2C4160F2FB9}" type="presParOf" srcId="{9ADE61E9-8C77-417D-8964-8031041EA14F}" destId="{AC964D55-9469-47F0-BADC-00E72C90D54C}" srcOrd="0" destOrd="0" presId="urn:microsoft.com/office/officeart/2005/8/layout/hierarchy1"/>
    <dgm:cxn modelId="{8F68F94E-5BE9-45B4-A6DF-7AD16DF0CDB0}" type="presParOf" srcId="{AC964D55-9469-47F0-BADC-00E72C90D54C}" destId="{7EA40E39-9FC6-4F0C-9F49-854DCBA8B4D8}" srcOrd="0" destOrd="0" presId="urn:microsoft.com/office/officeart/2005/8/layout/hierarchy1"/>
    <dgm:cxn modelId="{10CA8F06-6578-4330-ACDB-806B451DC15B}" type="presParOf" srcId="{7EA40E39-9FC6-4F0C-9F49-854DCBA8B4D8}" destId="{4C91CCCD-8B2F-4DA0-9B7F-B9ED9BE21102}" srcOrd="0" destOrd="0" presId="urn:microsoft.com/office/officeart/2005/8/layout/hierarchy1"/>
    <dgm:cxn modelId="{A32B4344-FC87-4077-8745-9E491C6F3C16}" type="presParOf" srcId="{7EA40E39-9FC6-4F0C-9F49-854DCBA8B4D8}" destId="{F9B92D8D-CC96-4ED5-BE62-56E6651F31DB}" srcOrd="1" destOrd="0" presId="urn:microsoft.com/office/officeart/2005/8/layout/hierarchy1"/>
    <dgm:cxn modelId="{7FEBFE62-8100-4173-A77F-CED80AB616A8}" type="presParOf" srcId="{AC964D55-9469-47F0-BADC-00E72C90D54C}" destId="{560F749E-A4E4-472C-9CDA-9C9919797ABB}" srcOrd="1" destOrd="0" presId="urn:microsoft.com/office/officeart/2005/8/layout/hierarchy1"/>
    <dgm:cxn modelId="{CC6A149A-E02A-43FC-A18E-795B86636CDD}" type="presParOf" srcId="{9ADE61E9-8C77-417D-8964-8031041EA14F}" destId="{D4397A67-3226-4983-B30E-C98038C3CBE5}" srcOrd="1" destOrd="0" presId="urn:microsoft.com/office/officeart/2005/8/layout/hierarchy1"/>
    <dgm:cxn modelId="{7EB64CD6-786C-4FD3-9AB7-A12CA8A53FC5}" type="presParOf" srcId="{D4397A67-3226-4983-B30E-C98038C3CBE5}" destId="{74B70D80-C269-453E-80BB-AB16F3FAFC86}" srcOrd="0" destOrd="0" presId="urn:microsoft.com/office/officeart/2005/8/layout/hierarchy1"/>
    <dgm:cxn modelId="{C99A0E3A-8743-4935-B4E6-F4E77D0820A0}" type="presParOf" srcId="{74B70D80-C269-453E-80BB-AB16F3FAFC86}" destId="{A4530379-378A-45F1-A00E-D01963C30D0D}" srcOrd="0" destOrd="0" presId="urn:microsoft.com/office/officeart/2005/8/layout/hierarchy1"/>
    <dgm:cxn modelId="{74B6939B-1643-4CA1-B075-D5A80B783BA5}" type="presParOf" srcId="{74B70D80-C269-453E-80BB-AB16F3FAFC86}" destId="{9B839496-8995-494C-A3E8-A556250B83CE}" srcOrd="1" destOrd="0" presId="urn:microsoft.com/office/officeart/2005/8/layout/hierarchy1"/>
    <dgm:cxn modelId="{6BF24239-0082-4C4E-A386-2E4DC21D4ECE}" type="presParOf" srcId="{D4397A67-3226-4983-B30E-C98038C3CBE5}" destId="{C7002AEF-C9B9-41F5-BC28-65AF24354A62}" srcOrd="1" destOrd="0" presId="urn:microsoft.com/office/officeart/2005/8/layout/hierarchy1"/>
    <dgm:cxn modelId="{0A024D4A-C863-45B9-8D7F-133D45183B82}" type="presParOf" srcId="{9ADE61E9-8C77-417D-8964-8031041EA14F}" destId="{C15116F5-7BBF-4C0D-B633-AA3DA0BFBC85}" srcOrd="2" destOrd="0" presId="urn:microsoft.com/office/officeart/2005/8/layout/hierarchy1"/>
    <dgm:cxn modelId="{9B811B1B-30F9-44C6-83EA-D8F70447AD7F}" type="presParOf" srcId="{C15116F5-7BBF-4C0D-B633-AA3DA0BFBC85}" destId="{7326C6E8-F94B-4F24-BCE8-64112C0D75D7}" srcOrd="0" destOrd="0" presId="urn:microsoft.com/office/officeart/2005/8/layout/hierarchy1"/>
    <dgm:cxn modelId="{65CCC7CD-9641-4E20-9056-8F714DECF7A1}" type="presParOf" srcId="{7326C6E8-F94B-4F24-BCE8-64112C0D75D7}" destId="{BDDED18D-C6ED-402B-A2B8-F78A96EBA805}" srcOrd="0" destOrd="0" presId="urn:microsoft.com/office/officeart/2005/8/layout/hierarchy1"/>
    <dgm:cxn modelId="{64B83DC5-E456-42C2-AA83-0168D0F79FFE}" type="presParOf" srcId="{7326C6E8-F94B-4F24-BCE8-64112C0D75D7}" destId="{C0C2E430-0FFB-4153-835D-AFF27F6FEF62}" srcOrd="1" destOrd="0" presId="urn:microsoft.com/office/officeart/2005/8/layout/hierarchy1"/>
    <dgm:cxn modelId="{FD5565FA-66FF-4180-8092-8E82546A749E}" type="presParOf" srcId="{C15116F5-7BBF-4C0D-B633-AA3DA0BFBC85}" destId="{8D7F1701-FFAE-4667-A063-441502DE500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56680D-8866-4FDB-ACD6-D7089C9EA1D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EC8F75-F19D-4D79-B011-38D75036F7E8}">
      <dgm:prSet/>
      <dgm:spPr/>
      <dgm:t>
        <a:bodyPr/>
        <a:lstStyle/>
        <a:p>
          <a:r>
            <a:rPr lang="en-US"/>
            <a:t>• Digital twins provide real-time monitoring of building performance.</a:t>
          </a:r>
        </a:p>
      </dgm:t>
    </dgm:pt>
    <dgm:pt modelId="{A4952F4E-4674-4893-9377-5E0F8F57DEDF}" type="parTrans" cxnId="{F2EE500C-A812-4498-BFE1-E9634FF628BB}">
      <dgm:prSet/>
      <dgm:spPr/>
      <dgm:t>
        <a:bodyPr/>
        <a:lstStyle/>
        <a:p>
          <a:endParaRPr lang="en-US"/>
        </a:p>
      </dgm:t>
    </dgm:pt>
    <dgm:pt modelId="{BB2E3DDD-D69C-4BCA-A396-27D0C271E1B6}" type="sibTrans" cxnId="{F2EE500C-A812-4498-BFE1-E9634FF628BB}">
      <dgm:prSet/>
      <dgm:spPr/>
      <dgm:t>
        <a:bodyPr/>
        <a:lstStyle/>
        <a:p>
          <a:endParaRPr lang="en-US"/>
        </a:p>
      </dgm:t>
    </dgm:pt>
    <dgm:pt modelId="{C479D04C-938D-430D-930D-570F70A55D4E}">
      <dgm:prSet/>
      <dgm:spPr/>
      <dgm:t>
        <a:bodyPr/>
        <a:lstStyle/>
        <a:p>
          <a:r>
            <a:rPr lang="en-US"/>
            <a:t>• AI enhances sustainability through energy usage and carbon footprint analysis.</a:t>
          </a:r>
        </a:p>
      </dgm:t>
    </dgm:pt>
    <dgm:pt modelId="{475FC886-286D-424F-98CB-E402FA6FA1A1}" type="parTrans" cxnId="{C2BE68A3-CA63-44DB-BDFE-7B3080AEC3AA}">
      <dgm:prSet/>
      <dgm:spPr/>
      <dgm:t>
        <a:bodyPr/>
        <a:lstStyle/>
        <a:p>
          <a:endParaRPr lang="en-US"/>
        </a:p>
      </dgm:t>
    </dgm:pt>
    <dgm:pt modelId="{13E7D431-FE06-449D-B42D-003918C1998D}" type="sibTrans" cxnId="{C2BE68A3-CA63-44DB-BDFE-7B3080AEC3AA}">
      <dgm:prSet/>
      <dgm:spPr/>
      <dgm:t>
        <a:bodyPr/>
        <a:lstStyle/>
        <a:p>
          <a:endParaRPr lang="en-US"/>
        </a:p>
      </dgm:t>
    </dgm:pt>
    <dgm:pt modelId="{FDBC9188-C697-4A1F-8951-66B6EA5B120B}">
      <dgm:prSet/>
      <dgm:spPr/>
      <dgm:t>
        <a:bodyPr/>
        <a:lstStyle/>
        <a:p>
          <a:r>
            <a:rPr lang="en-US"/>
            <a:t>• Robotics integrated with BIM for autonomous construction tasks.</a:t>
          </a:r>
        </a:p>
      </dgm:t>
    </dgm:pt>
    <dgm:pt modelId="{92145014-25B8-4706-8411-9BA58423BD4C}" type="parTrans" cxnId="{78BAA560-5BFD-4165-A87A-CE86BF3F5077}">
      <dgm:prSet/>
      <dgm:spPr/>
      <dgm:t>
        <a:bodyPr/>
        <a:lstStyle/>
        <a:p>
          <a:endParaRPr lang="en-US"/>
        </a:p>
      </dgm:t>
    </dgm:pt>
    <dgm:pt modelId="{384062CE-E792-41E6-80C9-BB34162E064F}" type="sibTrans" cxnId="{78BAA560-5BFD-4165-A87A-CE86BF3F5077}">
      <dgm:prSet/>
      <dgm:spPr/>
      <dgm:t>
        <a:bodyPr/>
        <a:lstStyle/>
        <a:p>
          <a:endParaRPr lang="en-US"/>
        </a:p>
      </dgm:t>
    </dgm:pt>
    <dgm:pt modelId="{F086EFF8-D3ED-47C3-AD98-D0DEC466B574}" type="pres">
      <dgm:prSet presAssocID="{3656680D-8866-4FDB-ACD6-D7089C9EA1D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2E4A91-867B-4742-B0F2-E596E78FA5B7}" type="pres">
      <dgm:prSet presAssocID="{60EC8F75-F19D-4D79-B011-38D75036F7E8}" presName="hierRoot1" presStyleCnt="0"/>
      <dgm:spPr/>
    </dgm:pt>
    <dgm:pt modelId="{9AC3ECA6-F682-4504-B891-544FF7628E22}" type="pres">
      <dgm:prSet presAssocID="{60EC8F75-F19D-4D79-B011-38D75036F7E8}" presName="composite" presStyleCnt="0"/>
      <dgm:spPr/>
    </dgm:pt>
    <dgm:pt modelId="{7E250FCE-F585-4377-86A4-D467CDE3CA17}" type="pres">
      <dgm:prSet presAssocID="{60EC8F75-F19D-4D79-B011-38D75036F7E8}" presName="background" presStyleLbl="node0" presStyleIdx="0" presStyleCnt="3"/>
      <dgm:spPr/>
    </dgm:pt>
    <dgm:pt modelId="{1F1A114D-B532-4021-A5FB-ABBE9DDDA836}" type="pres">
      <dgm:prSet presAssocID="{60EC8F75-F19D-4D79-B011-38D75036F7E8}" presName="text" presStyleLbl="fgAcc0" presStyleIdx="0" presStyleCnt="3">
        <dgm:presLayoutVars>
          <dgm:chPref val="3"/>
        </dgm:presLayoutVars>
      </dgm:prSet>
      <dgm:spPr/>
    </dgm:pt>
    <dgm:pt modelId="{C373731B-595E-4E13-904A-315C35F518D4}" type="pres">
      <dgm:prSet presAssocID="{60EC8F75-F19D-4D79-B011-38D75036F7E8}" presName="hierChild2" presStyleCnt="0"/>
      <dgm:spPr/>
    </dgm:pt>
    <dgm:pt modelId="{38679E10-CA7A-4C40-ACE1-2C95876CF9E9}" type="pres">
      <dgm:prSet presAssocID="{C479D04C-938D-430D-930D-570F70A55D4E}" presName="hierRoot1" presStyleCnt="0"/>
      <dgm:spPr/>
    </dgm:pt>
    <dgm:pt modelId="{7B7D4FF5-3BFD-4A55-85A2-5DC43937DFDE}" type="pres">
      <dgm:prSet presAssocID="{C479D04C-938D-430D-930D-570F70A55D4E}" presName="composite" presStyleCnt="0"/>
      <dgm:spPr/>
    </dgm:pt>
    <dgm:pt modelId="{C374F8DF-3DFF-4D6D-AEF1-2C667C53FF10}" type="pres">
      <dgm:prSet presAssocID="{C479D04C-938D-430D-930D-570F70A55D4E}" presName="background" presStyleLbl="node0" presStyleIdx="1" presStyleCnt="3"/>
      <dgm:spPr/>
    </dgm:pt>
    <dgm:pt modelId="{C42A696C-0891-481A-BBCF-16F7CAC4DE00}" type="pres">
      <dgm:prSet presAssocID="{C479D04C-938D-430D-930D-570F70A55D4E}" presName="text" presStyleLbl="fgAcc0" presStyleIdx="1" presStyleCnt="3">
        <dgm:presLayoutVars>
          <dgm:chPref val="3"/>
        </dgm:presLayoutVars>
      </dgm:prSet>
      <dgm:spPr/>
    </dgm:pt>
    <dgm:pt modelId="{5A38F73D-0507-49B1-9216-A297FBD953F3}" type="pres">
      <dgm:prSet presAssocID="{C479D04C-938D-430D-930D-570F70A55D4E}" presName="hierChild2" presStyleCnt="0"/>
      <dgm:spPr/>
    </dgm:pt>
    <dgm:pt modelId="{FADF444D-80CD-4474-BDE7-AFA9829ABF3C}" type="pres">
      <dgm:prSet presAssocID="{FDBC9188-C697-4A1F-8951-66B6EA5B120B}" presName="hierRoot1" presStyleCnt="0"/>
      <dgm:spPr/>
    </dgm:pt>
    <dgm:pt modelId="{71F3AB95-7412-4264-89E1-6AD014F5AB7B}" type="pres">
      <dgm:prSet presAssocID="{FDBC9188-C697-4A1F-8951-66B6EA5B120B}" presName="composite" presStyleCnt="0"/>
      <dgm:spPr/>
    </dgm:pt>
    <dgm:pt modelId="{2963E244-22C9-4304-87E3-55473442B6B3}" type="pres">
      <dgm:prSet presAssocID="{FDBC9188-C697-4A1F-8951-66B6EA5B120B}" presName="background" presStyleLbl="node0" presStyleIdx="2" presStyleCnt="3"/>
      <dgm:spPr/>
    </dgm:pt>
    <dgm:pt modelId="{13E3A801-2421-4231-8598-FB45E81639BE}" type="pres">
      <dgm:prSet presAssocID="{FDBC9188-C697-4A1F-8951-66B6EA5B120B}" presName="text" presStyleLbl="fgAcc0" presStyleIdx="2" presStyleCnt="3">
        <dgm:presLayoutVars>
          <dgm:chPref val="3"/>
        </dgm:presLayoutVars>
      </dgm:prSet>
      <dgm:spPr/>
    </dgm:pt>
    <dgm:pt modelId="{007BE36D-8960-4ABB-9DBC-5EC5341F5451}" type="pres">
      <dgm:prSet presAssocID="{FDBC9188-C697-4A1F-8951-66B6EA5B120B}" presName="hierChild2" presStyleCnt="0"/>
      <dgm:spPr/>
    </dgm:pt>
  </dgm:ptLst>
  <dgm:cxnLst>
    <dgm:cxn modelId="{F2EE500C-A812-4498-BFE1-E9634FF628BB}" srcId="{3656680D-8866-4FDB-ACD6-D7089C9EA1D8}" destId="{60EC8F75-F19D-4D79-B011-38D75036F7E8}" srcOrd="0" destOrd="0" parTransId="{A4952F4E-4674-4893-9377-5E0F8F57DEDF}" sibTransId="{BB2E3DDD-D69C-4BCA-A396-27D0C271E1B6}"/>
    <dgm:cxn modelId="{79332E1A-E6E1-4D3F-A913-A058707482F4}" type="presOf" srcId="{FDBC9188-C697-4A1F-8951-66B6EA5B120B}" destId="{13E3A801-2421-4231-8598-FB45E81639BE}" srcOrd="0" destOrd="0" presId="urn:microsoft.com/office/officeart/2005/8/layout/hierarchy1"/>
    <dgm:cxn modelId="{78BAA560-5BFD-4165-A87A-CE86BF3F5077}" srcId="{3656680D-8866-4FDB-ACD6-D7089C9EA1D8}" destId="{FDBC9188-C697-4A1F-8951-66B6EA5B120B}" srcOrd="2" destOrd="0" parTransId="{92145014-25B8-4706-8411-9BA58423BD4C}" sibTransId="{384062CE-E792-41E6-80C9-BB34162E064F}"/>
    <dgm:cxn modelId="{0381A064-1200-4EDA-81A8-2334D9BBEF63}" type="presOf" srcId="{60EC8F75-F19D-4D79-B011-38D75036F7E8}" destId="{1F1A114D-B532-4021-A5FB-ABBE9DDDA836}" srcOrd="0" destOrd="0" presId="urn:microsoft.com/office/officeart/2005/8/layout/hierarchy1"/>
    <dgm:cxn modelId="{B180967A-BEEF-48D3-BD62-809381986CF8}" type="presOf" srcId="{C479D04C-938D-430D-930D-570F70A55D4E}" destId="{C42A696C-0891-481A-BBCF-16F7CAC4DE00}" srcOrd="0" destOrd="0" presId="urn:microsoft.com/office/officeart/2005/8/layout/hierarchy1"/>
    <dgm:cxn modelId="{C2BE68A3-CA63-44DB-BDFE-7B3080AEC3AA}" srcId="{3656680D-8866-4FDB-ACD6-D7089C9EA1D8}" destId="{C479D04C-938D-430D-930D-570F70A55D4E}" srcOrd="1" destOrd="0" parTransId="{475FC886-286D-424F-98CB-E402FA6FA1A1}" sibTransId="{13E7D431-FE06-449D-B42D-003918C1998D}"/>
    <dgm:cxn modelId="{ADE18CF1-6A39-4C6E-A37E-592BA4ED60C2}" type="presOf" srcId="{3656680D-8866-4FDB-ACD6-D7089C9EA1D8}" destId="{F086EFF8-D3ED-47C3-AD98-D0DEC466B574}" srcOrd="0" destOrd="0" presId="urn:microsoft.com/office/officeart/2005/8/layout/hierarchy1"/>
    <dgm:cxn modelId="{46998061-B403-4ABD-9C4A-6825E0E227B5}" type="presParOf" srcId="{F086EFF8-D3ED-47C3-AD98-D0DEC466B574}" destId="{E22E4A91-867B-4742-B0F2-E596E78FA5B7}" srcOrd="0" destOrd="0" presId="urn:microsoft.com/office/officeart/2005/8/layout/hierarchy1"/>
    <dgm:cxn modelId="{942339A3-94D9-40FD-A322-2223F4786627}" type="presParOf" srcId="{E22E4A91-867B-4742-B0F2-E596E78FA5B7}" destId="{9AC3ECA6-F682-4504-B891-544FF7628E22}" srcOrd="0" destOrd="0" presId="urn:microsoft.com/office/officeart/2005/8/layout/hierarchy1"/>
    <dgm:cxn modelId="{3A39FFC4-56C4-4BE7-9DEA-AF2D248D8801}" type="presParOf" srcId="{9AC3ECA6-F682-4504-B891-544FF7628E22}" destId="{7E250FCE-F585-4377-86A4-D467CDE3CA17}" srcOrd="0" destOrd="0" presId="urn:microsoft.com/office/officeart/2005/8/layout/hierarchy1"/>
    <dgm:cxn modelId="{9B8A4BFF-A8C4-4CB5-B022-9CFCD3FB3141}" type="presParOf" srcId="{9AC3ECA6-F682-4504-B891-544FF7628E22}" destId="{1F1A114D-B532-4021-A5FB-ABBE9DDDA836}" srcOrd="1" destOrd="0" presId="urn:microsoft.com/office/officeart/2005/8/layout/hierarchy1"/>
    <dgm:cxn modelId="{11EF84A9-4485-409B-A7C8-0F9B5CA7E8D6}" type="presParOf" srcId="{E22E4A91-867B-4742-B0F2-E596E78FA5B7}" destId="{C373731B-595E-4E13-904A-315C35F518D4}" srcOrd="1" destOrd="0" presId="urn:microsoft.com/office/officeart/2005/8/layout/hierarchy1"/>
    <dgm:cxn modelId="{912C94D0-63F7-4806-8DE4-A4BD618DA9B0}" type="presParOf" srcId="{F086EFF8-D3ED-47C3-AD98-D0DEC466B574}" destId="{38679E10-CA7A-4C40-ACE1-2C95876CF9E9}" srcOrd="1" destOrd="0" presId="urn:microsoft.com/office/officeart/2005/8/layout/hierarchy1"/>
    <dgm:cxn modelId="{18B5812B-E1C7-4E90-AA50-A1C9D148A85A}" type="presParOf" srcId="{38679E10-CA7A-4C40-ACE1-2C95876CF9E9}" destId="{7B7D4FF5-3BFD-4A55-85A2-5DC43937DFDE}" srcOrd="0" destOrd="0" presId="urn:microsoft.com/office/officeart/2005/8/layout/hierarchy1"/>
    <dgm:cxn modelId="{B8DCF2D0-A6F5-4C4E-AD14-9863F8684899}" type="presParOf" srcId="{7B7D4FF5-3BFD-4A55-85A2-5DC43937DFDE}" destId="{C374F8DF-3DFF-4D6D-AEF1-2C667C53FF10}" srcOrd="0" destOrd="0" presId="urn:microsoft.com/office/officeart/2005/8/layout/hierarchy1"/>
    <dgm:cxn modelId="{C7B30BF8-FB48-4729-B467-2D0BD60BB06B}" type="presParOf" srcId="{7B7D4FF5-3BFD-4A55-85A2-5DC43937DFDE}" destId="{C42A696C-0891-481A-BBCF-16F7CAC4DE00}" srcOrd="1" destOrd="0" presId="urn:microsoft.com/office/officeart/2005/8/layout/hierarchy1"/>
    <dgm:cxn modelId="{D991F0DA-0A16-4DDC-9744-F1394FCE2501}" type="presParOf" srcId="{38679E10-CA7A-4C40-ACE1-2C95876CF9E9}" destId="{5A38F73D-0507-49B1-9216-A297FBD953F3}" srcOrd="1" destOrd="0" presId="urn:microsoft.com/office/officeart/2005/8/layout/hierarchy1"/>
    <dgm:cxn modelId="{F28C3BC7-8E85-48B3-AF72-A14887E00F86}" type="presParOf" srcId="{F086EFF8-D3ED-47C3-AD98-D0DEC466B574}" destId="{FADF444D-80CD-4474-BDE7-AFA9829ABF3C}" srcOrd="2" destOrd="0" presId="urn:microsoft.com/office/officeart/2005/8/layout/hierarchy1"/>
    <dgm:cxn modelId="{60451F7B-6B19-4277-9051-0E086116B0D2}" type="presParOf" srcId="{FADF444D-80CD-4474-BDE7-AFA9829ABF3C}" destId="{71F3AB95-7412-4264-89E1-6AD014F5AB7B}" srcOrd="0" destOrd="0" presId="urn:microsoft.com/office/officeart/2005/8/layout/hierarchy1"/>
    <dgm:cxn modelId="{FC2D039F-1F50-4CC4-BA72-7B119D29F020}" type="presParOf" srcId="{71F3AB95-7412-4264-89E1-6AD014F5AB7B}" destId="{2963E244-22C9-4304-87E3-55473442B6B3}" srcOrd="0" destOrd="0" presId="urn:microsoft.com/office/officeart/2005/8/layout/hierarchy1"/>
    <dgm:cxn modelId="{C69945E1-EFFD-47B1-9552-BE0DC55F72DB}" type="presParOf" srcId="{71F3AB95-7412-4264-89E1-6AD014F5AB7B}" destId="{13E3A801-2421-4231-8598-FB45E81639BE}" srcOrd="1" destOrd="0" presId="urn:microsoft.com/office/officeart/2005/8/layout/hierarchy1"/>
    <dgm:cxn modelId="{B5801670-AA2F-40FB-844D-183EA6AFF3AF}" type="presParOf" srcId="{FADF444D-80CD-4474-BDE7-AFA9829ABF3C}" destId="{007BE36D-8960-4ABB-9DBC-5EC5341F54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D25934-1D2C-468F-9BBA-3E3FBF89E4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3F76F5E-6A2E-47CD-BF15-5ABA1B2E3BCA}">
      <dgm:prSet/>
      <dgm:spPr/>
      <dgm:t>
        <a:bodyPr/>
        <a:lstStyle/>
        <a:p>
          <a:r>
            <a:rPr lang="en-US"/>
            <a:t>• AI and BIM help reduce construction’s environmental impact.</a:t>
          </a:r>
        </a:p>
      </dgm:t>
    </dgm:pt>
    <dgm:pt modelId="{A15CD062-39A8-4316-82EF-DD8013136385}" type="parTrans" cxnId="{EBBAABBE-4EFD-455C-9042-3DC980528468}">
      <dgm:prSet/>
      <dgm:spPr/>
      <dgm:t>
        <a:bodyPr/>
        <a:lstStyle/>
        <a:p>
          <a:endParaRPr lang="en-US"/>
        </a:p>
      </dgm:t>
    </dgm:pt>
    <dgm:pt modelId="{8477D414-C9FA-4C43-8C36-51A751164535}" type="sibTrans" cxnId="{EBBAABBE-4EFD-455C-9042-3DC980528468}">
      <dgm:prSet/>
      <dgm:spPr/>
      <dgm:t>
        <a:bodyPr/>
        <a:lstStyle/>
        <a:p>
          <a:endParaRPr lang="en-US"/>
        </a:p>
      </dgm:t>
    </dgm:pt>
    <dgm:pt modelId="{12FA7F0E-5ED9-42B0-AEBD-4C0DDA44EC84}">
      <dgm:prSet/>
      <dgm:spPr/>
      <dgm:t>
        <a:bodyPr/>
        <a:lstStyle/>
        <a:p>
          <a:r>
            <a:rPr lang="en-US"/>
            <a:t>• Optimizes energy efficiency and promotes eco-friendly buildings.</a:t>
          </a:r>
        </a:p>
      </dgm:t>
    </dgm:pt>
    <dgm:pt modelId="{544A3705-59F3-40FE-9BB6-D3828B7C02BD}" type="parTrans" cxnId="{5F0D262E-AB56-47C6-B344-84610F1DEDC7}">
      <dgm:prSet/>
      <dgm:spPr/>
      <dgm:t>
        <a:bodyPr/>
        <a:lstStyle/>
        <a:p>
          <a:endParaRPr lang="en-US"/>
        </a:p>
      </dgm:t>
    </dgm:pt>
    <dgm:pt modelId="{E8EF7BC4-1CF0-4954-84ED-F1763B0FCBBD}" type="sibTrans" cxnId="{5F0D262E-AB56-47C6-B344-84610F1DEDC7}">
      <dgm:prSet/>
      <dgm:spPr/>
      <dgm:t>
        <a:bodyPr/>
        <a:lstStyle/>
        <a:p>
          <a:endParaRPr lang="en-US"/>
        </a:p>
      </dgm:t>
    </dgm:pt>
    <dgm:pt modelId="{1E2D3774-5EB4-4951-91AB-79C2C7649FA8}">
      <dgm:prSet/>
      <dgm:spPr/>
      <dgm:t>
        <a:bodyPr/>
        <a:lstStyle/>
        <a:p>
          <a:r>
            <a:rPr lang="en-US"/>
            <a:t>• AI improves safety by predicting high-risk zones and unsafe practices.</a:t>
          </a:r>
        </a:p>
      </dgm:t>
    </dgm:pt>
    <dgm:pt modelId="{F6D3B4FB-29B9-4870-9F98-AC3B7F64571E}" type="parTrans" cxnId="{24B4F0BF-A7B9-4A42-8D0B-654C12B68CB2}">
      <dgm:prSet/>
      <dgm:spPr/>
      <dgm:t>
        <a:bodyPr/>
        <a:lstStyle/>
        <a:p>
          <a:endParaRPr lang="en-US"/>
        </a:p>
      </dgm:t>
    </dgm:pt>
    <dgm:pt modelId="{F9C66982-02F1-4F18-83FB-74E2593883B6}" type="sibTrans" cxnId="{24B4F0BF-A7B9-4A42-8D0B-654C12B68CB2}">
      <dgm:prSet/>
      <dgm:spPr/>
      <dgm:t>
        <a:bodyPr/>
        <a:lstStyle/>
        <a:p>
          <a:endParaRPr lang="en-US"/>
        </a:p>
      </dgm:t>
    </dgm:pt>
    <dgm:pt modelId="{79DE147B-EFA0-441F-ACE4-AECCCD0D0AD8}" type="pres">
      <dgm:prSet presAssocID="{A3D25934-1D2C-468F-9BBA-3E3FBF89E456}" presName="root" presStyleCnt="0">
        <dgm:presLayoutVars>
          <dgm:dir/>
          <dgm:resizeHandles val="exact"/>
        </dgm:presLayoutVars>
      </dgm:prSet>
      <dgm:spPr/>
    </dgm:pt>
    <dgm:pt modelId="{2B444B9A-FFCA-4A82-82F5-9A687ACF500C}" type="pres">
      <dgm:prSet presAssocID="{F3F76F5E-6A2E-47CD-BF15-5ABA1B2E3BCA}" presName="compNode" presStyleCnt="0"/>
      <dgm:spPr/>
    </dgm:pt>
    <dgm:pt modelId="{96DF1169-2D7F-4663-B7D5-F96C0B456359}" type="pres">
      <dgm:prSet presAssocID="{F3F76F5E-6A2E-47CD-BF15-5ABA1B2E3BCA}" presName="bgRect" presStyleLbl="bgShp" presStyleIdx="0" presStyleCnt="3"/>
      <dgm:spPr/>
    </dgm:pt>
    <dgm:pt modelId="{5106900E-16B9-4474-950B-00D1B9790824}" type="pres">
      <dgm:prSet presAssocID="{F3F76F5E-6A2E-47CD-BF15-5ABA1B2E3B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7A4003F6-EFBE-43C9-B9D8-9BC1A9AA3661}" type="pres">
      <dgm:prSet presAssocID="{F3F76F5E-6A2E-47CD-BF15-5ABA1B2E3BCA}" presName="spaceRect" presStyleCnt="0"/>
      <dgm:spPr/>
    </dgm:pt>
    <dgm:pt modelId="{8FAA2B80-2CA5-42A7-8A44-8A0B36B66494}" type="pres">
      <dgm:prSet presAssocID="{F3F76F5E-6A2E-47CD-BF15-5ABA1B2E3BCA}" presName="parTx" presStyleLbl="revTx" presStyleIdx="0" presStyleCnt="3">
        <dgm:presLayoutVars>
          <dgm:chMax val="0"/>
          <dgm:chPref val="0"/>
        </dgm:presLayoutVars>
      </dgm:prSet>
      <dgm:spPr/>
    </dgm:pt>
    <dgm:pt modelId="{3E249D28-41BC-4910-AFFD-1A20D19E375F}" type="pres">
      <dgm:prSet presAssocID="{8477D414-C9FA-4C43-8C36-51A751164535}" presName="sibTrans" presStyleCnt="0"/>
      <dgm:spPr/>
    </dgm:pt>
    <dgm:pt modelId="{AE56CCA6-749C-4D34-A3B9-33D6B693E262}" type="pres">
      <dgm:prSet presAssocID="{12FA7F0E-5ED9-42B0-AEBD-4C0DDA44EC84}" presName="compNode" presStyleCnt="0"/>
      <dgm:spPr/>
    </dgm:pt>
    <dgm:pt modelId="{0E91B86A-E5E4-454A-AAC5-0E0D6FB0AEBE}" type="pres">
      <dgm:prSet presAssocID="{12FA7F0E-5ED9-42B0-AEBD-4C0DDA44EC84}" presName="bgRect" presStyleLbl="bgShp" presStyleIdx="1" presStyleCnt="3"/>
      <dgm:spPr/>
    </dgm:pt>
    <dgm:pt modelId="{87BC881D-8F44-42F6-AF5F-AC77B9E20392}" type="pres">
      <dgm:prSet presAssocID="{12FA7F0E-5ED9-42B0-AEBD-4C0DDA44EC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FCEC18E-74CF-45E5-BDF5-75CA4E66AA09}" type="pres">
      <dgm:prSet presAssocID="{12FA7F0E-5ED9-42B0-AEBD-4C0DDA44EC84}" presName="spaceRect" presStyleCnt="0"/>
      <dgm:spPr/>
    </dgm:pt>
    <dgm:pt modelId="{2248C368-5F3D-4CB3-9A60-7AE80259115F}" type="pres">
      <dgm:prSet presAssocID="{12FA7F0E-5ED9-42B0-AEBD-4C0DDA44EC84}" presName="parTx" presStyleLbl="revTx" presStyleIdx="1" presStyleCnt="3">
        <dgm:presLayoutVars>
          <dgm:chMax val="0"/>
          <dgm:chPref val="0"/>
        </dgm:presLayoutVars>
      </dgm:prSet>
      <dgm:spPr/>
    </dgm:pt>
    <dgm:pt modelId="{C8410901-2CBB-4869-83E4-B0DA7D8D7C7B}" type="pres">
      <dgm:prSet presAssocID="{E8EF7BC4-1CF0-4954-84ED-F1763B0FCBBD}" presName="sibTrans" presStyleCnt="0"/>
      <dgm:spPr/>
    </dgm:pt>
    <dgm:pt modelId="{3DCABA0E-FE2E-457B-9197-643F2D50DDB4}" type="pres">
      <dgm:prSet presAssocID="{1E2D3774-5EB4-4951-91AB-79C2C7649FA8}" presName="compNode" presStyleCnt="0"/>
      <dgm:spPr/>
    </dgm:pt>
    <dgm:pt modelId="{DAD4B6C7-F4C7-4A7E-86A4-708737194EC5}" type="pres">
      <dgm:prSet presAssocID="{1E2D3774-5EB4-4951-91AB-79C2C7649FA8}" presName="bgRect" presStyleLbl="bgShp" presStyleIdx="2" presStyleCnt="3"/>
      <dgm:spPr/>
    </dgm:pt>
    <dgm:pt modelId="{1E1AF623-24C1-4FC1-9305-91C7CF891E48}" type="pres">
      <dgm:prSet presAssocID="{1E2D3774-5EB4-4951-91AB-79C2C7649F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458956E-6C29-4DB1-B9B3-052845969E82}" type="pres">
      <dgm:prSet presAssocID="{1E2D3774-5EB4-4951-91AB-79C2C7649FA8}" presName="spaceRect" presStyleCnt="0"/>
      <dgm:spPr/>
    </dgm:pt>
    <dgm:pt modelId="{D5DFA9EF-F714-40FB-92FF-5DFBAEF448B8}" type="pres">
      <dgm:prSet presAssocID="{1E2D3774-5EB4-4951-91AB-79C2C7649FA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7DAF024-206C-4E11-9F71-01D13380BBA2}" type="presOf" srcId="{A3D25934-1D2C-468F-9BBA-3E3FBF89E456}" destId="{79DE147B-EFA0-441F-ACE4-AECCCD0D0AD8}" srcOrd="0" destOrd="0" presId="urn:microsoft.com/office/officeart/2018/2/layout/IconVerticalSolidList"/>
    <dgm:cxn modelId="{5F0D262E-AB56-47C6-B344-84610F1DEDC7}" srcId="{A3D25934-1D2C-468F-9BBA-3E3FBF89E456}" destId="{12FA7F0E-5ED9-42B0-AEBD-4C0DDA44EC84}" srcOrd="1" destOrd="0" parTransId="{544A3705-59F3-40FE-9BB6-D3828B7C02BD}" sibTransId="{E8EF7BC4-1CF0-4954-84ED-F1763B0FCBBD}"/>
    <dgm:cxn modelId="{25342CA1-E1AD-45A4-9152-86A6E52447CB}" type="presOf" srcId="{1E2D3774-5EB4-4951-91AB-79C2C7649FA8}" destId="{D5DFA9EF-F714-40FB-92FF-5DFBAEF448B8}" srcOrd="0" destOrd="0" presId="urn:microsoft.com/office/officeart/2018/2/layout/IconVerticalSolidList"/>
    <dgm:cxn modelId="{3A3FDAB0-247B-4FC7-8F27-27F4780434D0}" type="presOf" srcId="{F3F76F5E-6A2E-47CD-BF15-5ABA1B2E3BCA}" destId="{8FAA2B80-2CA5-42A7-8A44-8A0B36B66494}" srcOrd="0" destOrd="0" presId="urn:microsoft.com/office/officeart/2018/2/layout/IconVerticalSolidList"/>
    <dgm:cxn modelId="{EBBAABBE-4EFD-455C-9042-3DC980528468}" srcId="{A3D25934-1D2C-468F-9BBA-3E3FBF89E456}" destId="{F3F76F5E-6A2E-47CD-BF15-5ABA1B2E3BCA}" srcOrd="0" destOrd="0" parTransId="{A15CD062-39A8-4316-82EF-DD8013136385}" sibTransId="{8477D414-C9FA-4C43-8C36-51A751164535}"/>
    <dgm:cxn modelId="{24B4F0BF-A7B9-4A42-8D0B-654C12B68CB2}" srcId="{A3D25934-1D2C-468F-9BBA-3E3FBF89E456}" destId="{1E2D3774-5EB4-4951-91AB-79C2C7649FA8}" srcOrd="2" destOrd="0" parTransId="{F6D3B4FB-29B9-4870-9F98-AC3B7F64571E}" sibTransId="{F9C66982-02F1-4F18-83FB-74E2593883B6}"/>
    <dgm:cxn modelId="{D773F5E9-711D-4938-AB23-E0EA49E9652B}" type="presOf" srcId="{12FA7F0E-5ED9-42B0-AEBD-4C0DDA44EC84}" destId="{2248C368-5F3D-4CB3-9A60-7AE80259115F}" srcOrd="0" destOrd="0" presId="urn:microsoft.com/office/officeart/2018/2/layout/IconVerticalSolidList"/>
    <dgm:cxn modelId="{CC02209E-5775-4DFB-A06D-77A677640196}" type="presParOf" srcId="{79DE147B-EFA0-441F-ACE4-AECCCD0D0AD8}" destId="{2B444B9A-FFCA-4A82-82F5-9A687ACF500C}" srcOrd="0" destOrd="0" presId="urn:microsoft.com/office/officeart/2018/2/layout/IconVerticalSolidList"/>
    <dgm:cxn modelId="{39C1A750-D749-4DB7-AA59-2F215ADD7065}" type="presParOf" srcId="{2B444B9A-FFCA-4A82-82F5-9A687ACF500C}" destId="{96DF1169-2D7F-4663-B7D5-F96C0B456359}" srcOrd="0" destOrd="0" presId="urn:microsoft.com/office/officeart/2018/2/layout/IconVerticalSolidList"/>
    <dgm:cxn modelId="{1FE818EE-C823-41DF-9F09-6E17A6651F73}" type="presParOf" srcId="{2B444B9A-FFCA-4A82-82F5-9A687ACF500C}" destId="{5106900E-16B9-4474-950B-00D1B9790824}" srcOrd="1" destOrd="0" presId="urn:microsoft.com/office/officeart/2018/2/layout/IconVerticalSolidList"/>
    <dgm:cxn modelId="{B9F293A5-00CF-4533-B686-8063748C0BCE}" type="presParOf" srcId="{2B444B9A-FFCA-4A82-82F5-9A687ACF500C}" destId="{7A4003F6-EFBE-43C9-B9D8-9BC1A9AA3661}" srcOrd="2" destOrd="0" presId="urn:microsoft.com/office/officeart/2018/2/layout/IconVerticalSolidList"/>
    <dgm:cxn modelId="{95556213-CE07-4E12-BA51-E15D17C5460D}" type="presParOf" srcId="{2B444B9A-FFCA-4A82-82F5-9A687ACF500C}" destId="{8FAA2B80-2CA5-42A7-8A44-8A0B36B66494}" srcOrd="3" destOrd="0" presId="urn:microsoft.com/office/officeart/2018/2/layout/IconVerticalSolidList"/>
    <dgm:cxn modelId="{67701CC1-1826-4706-8C8A-3DD0AC5548AE}" type="presParOf" srcId="{79DE147B-EFA0-441F-ACE4-AECCCD0D0AD8}" destId="{3E249D28-41BC-4910-AFFD-1A20D19E375F}" srcOrd="1" destOrd="0" presId="urn:microsoft.com/office/officeart/2018/2/layout/IconVerticalSolidList"/>
    <dgm:cxn modelId="{F546B166-14CF-49E2-96D2-6DBF5F66AB9C}" type="presParOf" srcId="{79DE147B-EFA0-441F-ACE4-AECCCD0D0AD8}" destId="{AE56CCA6-749C-4D34-A3B9-33D6B693E262}" srcOrd="2" destOrd="0" presId="urn:microsoft.com/office/officeart/2018/2/layout/IconVerticalSolidList"/>
    <dgm:cxn modelId="{4520844A-3C29-43CE-9813-6DD80B81EDED}" type="presParOf" srcId="{AE56CCA6-749C-4D34-A3B9-33D6B693E262}" destId="{0E91B86A-E5E4-454A-AAC5-0E0D6FB0AEBE}" srcOrd="0" destOrd="0" presId="urn:microsoft.com/office/officeart/2018/2/layout/IconVerticalSolidList"/>
    <dgm:cxn modelId="{3CA547E7-7E9B-45F3-A350-A1AE5678C4DB}" type="presParOf" srcId="{AE56CCA6-749C-4D34-A3B9-33D6B693E262}" destId="{87BC881D-8F44-42F6-AF5F-AC77B9E20392}" srcOrd="1" destOrd="0" presId="urn:microsoft.com/office/officeart/2018/2/layout/IconVerticalSolidList"/>
    <dgm:cxn modelId="{25F15FED-55F2-491F-B143-56B6C9C9A459}" type="presParOf" srcId="{AE56CCA6-749C-4D34-A3B9-33D6B693E262}" destId="{2FCEC18E-74CF-45E5-BDF5-75CA4E66AA09}" srcOrd="2" destOrd="0" presId="urn:microsoft.com/office/officeart/2018/2/layout/IconVerticalSolidList"/>
    <dgm:cxn modelId="{021009D0-1DC2-44B3-93B9-D9985D108C8E}" type="presParOf" srcId="{AE56CCA6-749C-4D34-A3B9-33D6B693E262}" destId="{2248C368-5F3D-4CB3-9A60-7AE80259115F}" srcOrd="3" destOrd="0" presId="urn:microsoft.com/office/officeart/2018/2/layout/IconVerticalSolidList"/>
    <dgm:cxn modelId="{0F8362D8-B0B4-4EA2-8441-6DF2E7E47EB2}" type="presParOf" srcId="{79DE147B-EFA0-441F-ACE4-AECCCD0D0AD8}" destId="{C8410901-2CBB-4869-83E4-B0DA7D8D7C7B}" srcOrd="3" destOrd="0" presId="urn:microsoft.com/office/officeart/2018/2/layout/IconVerticalSolidList"/>
    <dgm:cxn modelId="{08162A82-72FB-4D3D-BC80-AF2E707F48C0}" type="presParOf" srcId="{79DE147B-EFA0-441F-ACE4-AECCCD0D0AD8}" destId="{3DCABA0E-FE2E-457B-9197-643F2D50DDB4}" srcOrd="4" destOrd="0" presId="urn:microsoft.com/office/officeart/2018/2/layout/IconVerticalSolidList"/>
    <dgm:cxn modelId="{691EB8B1-0FF3-4A9B-B061-8F1D1D260360}" type="presParOf" srcId="{3DCABA0E-FE2E-457B-9197-643F2D50DDB4}" destId="{DAD4B6C7-F4C7-4A7E-86A4-708737194EC5}" srcOrd="0" destOrd="0" presId="urn:microsoft.com/office/officeart/2018/2/layout/IconVerticalSolidList"/>
    <dgm:cxn modelId="{C0FED197-114B-48AB-937D-34957876E796}" type="presParOf" srcId="{3DCABA0E-FE2E-457B-9197-643F2D50DDB4}" destId="{1E1AF623-24C1-4FC1-9305-91C7CF891E48}" srcOrd="1" destOrd="0" presId="urn:microsoft.com/office/officeart/2018/2/layout/IconVerticalSolidList"/>
    <dgm:cxn modelId="{CD2D1137-91A8-4C93-AFA9-DC413F8C7571}" type="presParOf" srcId="{3DCABA0E-FE2E-457B-9197-643F2D50DDB4}" destId="{3458956E-6C29-4DB1-B9B3-052845969E82}" srcOrd="2" destOrd="0" presId="urn:microsoft.com/office/officeart/2018/2/layout/IconVerticalSolidList"/>
    <dgm:cxn modelId="{28B41559-9C8E-4F56-B8B8-088136847C34}" type="presParOf" srcId="{3DCABA0E-FE2E-457B-9197-643F2D50DDB4}" destId="{D5DFA9EF-F714-40FB-92FF-5DFBAEF448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B97FA4-4DE5-4218-AB8D-CC776F82201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566603-0905-41C0-B645-EBEF519F5B74}">
      <dgm:prSet/>
      <dgm:spPr/>
      <dgm:t>
        <a:bodyPr/>
        <a:lstStyle/>
        <a:p>
          <a:r>
            <a:rPr lang="en-US"/>
            <a:t>• AI and BIM integration leads to smarter, more efficient construction practices.</a:t>
          </a:r>
        </a:p>
      </dgm:t>
    </dgm:pt>
    <dgm:pt modelId="{A76ABACC-43DB-4FB9-9905-F0994D623907}" type="parTrans" cxnId="{504D18B6-2EB2-4A9E-94CF-196B62AEF236}">
      <dgm:prSet/>
      <dgm:spPr/>
      <dgm:t>
        <a:bodyPr/>
        <a:lstStyle/>
        <a:p>
          <a:endParaRPr lang="en-US"/>
        </a:p>
      </dgm:t>
    </dgm:pt>
    <dgm:pt modelId="{44A03BCB-D127-40D0-A8B7-92FCAD130EC4}" type="sibTrans" cxnId="{504D18B6-2EB2-4A9E-94CF-196B62AEF236}">
      <dgm:prSet/>
      <dgm:spPr/>
      <dgm:t>
        <a:bodyPr/>
        <a:lstStyle/>
        <a:p>
          <a:endParaRPr lang="en-US"/>
        </a:p>
      </dgm:t>
    </dgm:pt>
    <dgm:pt modelId="{115E15BD-13CE-44D0-8113-D7D1228938CD}">
      <dgm:prSet/>
      <dgm:spPr/>
      <dgm:t>
        <a:bodyPr/>
        <a:lstStyle/>
        <a:p>
          <a:r>
            <a:rPr lang="en-US"/>
            <a:t>• Reduces costs, accelerates timelines, and increases accuracy.</a:t>
          </a:r>
        </a:p>
      </dgm:t>
    </dgm:pt>
    <dgm:pt modelId="{FC2E3745-E6B9-416B-977B-CEBAD4953156}" type="parTrans" cxnId="{E36C036F-81E7-42FB-A875-37376BAF1086}">
      <dgm:prSet/>
      <dgm:spPr/>
      <dgm:t>
        <a:bodyPr/>
        <a:lstStyle/>
        <a:p>
          <a:endParaRPr lang="en-US"/>
        </a:p>
      </dgm:t>
    </dgm:pt>
    <dgm:pt modelId="{8336BDDB-E234-47F1-85D2-EC1C2B496F0F}" type="sibTrans" cxnId="{E36C036F-81E7-42FB-A875-37376BAF1086}">
      <dgm:prSet/>
      <dgm:spPr/>
      <dgm:t>
        <a:bodyPr/>
        <a:lstStyle/>
        <a:p>
          <a:endParaRPr lang="en-US"/>
        </a:p>
      </dgm:t>
    </dgm:pt>
    <dgm:pt modelId="{5CAA762C-C2C9-45A2-AD39-BD532EE27A1B}">
      <dgm:prSet/>
      <dgm:spPr/>
      <dgm:t>
        <a:bodyPr/>
        <a:lstStyle/>
        <a:p>
          <a:r>
            <a:rPr lang="en-US"/>
            <a:t>• Addresses skilled labor shortages by automating tasks.</a:t>
          </a:r>
        </a:p>
      </dgm:t>
    </dgm:pt>
    <dgm:pt modelId="{3981B758-6C82-4887-9780-EC7233265AA4}" type="parTrans" cxnId="{CD9448E7-C79B-4772-B68E-F52682E9951D}">
      <dgm:prSet/>
      <dgm:spPr/>
      <dgm:t>
        <a:bodyPr/>
        <a:lstStyle/>
        <a:p>
          <a:endParaRPr lang="en-US"/>
        </a:p>
      </dgm:t>
    </dgm:pt>
    <dgm:pt modelId="{8A50EBB5-43D7-4EDE-9AFB-34BDEC1B548A}" type="sibTrans" cxnId="{CD9448E7-C79B-4772-B68E-F52682E9951D}">
      <dgm:prSet/>
      <dgm:spPr/>
      <dgm:t>
        <a:bodyPr/>
        <a:lstStyle/>
        <a:p>
          <a:endParaRPr lang="en-US"/>
        </a:p>
      </dgm:t>
    </dgm:pt>
    <dgm:pt modelId="{192D3C52-E565-44EB-8E77-56A14D65DD00}" type="pres">
      <dgm:prSet presAssocID="{6DB97FA4-4DE5-4218-AB8D-CC776F8220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A623C5C-FCD5-40FE-8E3A-9A24033E224D}" type="pres">
      <dgm:prSet presAssocID="{6F566603-0905-41C0-B645-EBEF519F5B74}" presName="hierRoot1" presStyleCnt="0"/>
      <dgm:spPr/>
    </dgm:pt>
    <dgm:pt modelId="{9BE6B474-A826-4592-B17F-EC1ED6229F84}" type="pres">
      <dgm:prSet presAssocID="{6F566603-0905-41C0-B645-EBEF519F5B74}" presName="composite" presStyleCnt="0"/>
      <dgm:spPr/>
    </dgm:pt>
    <dgm:pt modelId="{5A0E65B3-656C-4400-8819-69FA6D9704D0}" type="pres">
      <dgm:prSet presAssocID="{6F566603-0905-41C0-B645-EBEF519F5B74}" presName="background" presStyleLbl="node0" presStyleIdx="0" presStyleCnt="3"/>
      <dgm:spPr/>
    </dgm:pt>
    <dgm:pt modelId="{78CD173B-0477-4438-9DA5-EB4E429410EE}" type="pres">
      <dgm:prSet presAssocID="{6F566603-0905-41C0-B645-EBEF519F5B74}" presName="text" presStyleLbl="fgAcc0" presStyleIdx="0" presStyleCnt="3">
        <dgm:presLayoutVars>
          <dgm:chPref val="3"/>
        </dgm:presLayoutVars>
      </dgm:prSet>
      <dgm:spPr/>
    </dgm:pt>
    <dgm:pt modelId="{4C07DC16-054B-4DAE-B4D6-B1B5A3CDD753}" type="pres">
      <dgm:prSet presAssocID="{6F566603-0905-41C0-B645-EBEF519F5B74}" presName="hierChild2" presStyleCnt="0"/>
      <dgm:spPr/>
    </dgm:pt>
    <dgm:pt modelId="{F4F7A661-A0F7-4F0B-BE3A-5D7957BC8103}" type="pres">
      <dgm:prSet presAssocID="{115E15BD-13CE-44D0-8113-D7D1228938CD}" presName="hierRoot1" presStyleCnt="0"/>
      <dgm:spPr/>
    </dgm:pt>
    <dgm:pt modelId="{23699CA0-4419-44FD-907B-487E4DC9B588}" type="pres">
      <dgm:prSet presAssocID="{115E15BD-13CE-44D0-8113-D7D1228938CD}" presName="composite" presStyleCnt="0"/>
      <dgm:spPr/>
    </dgm:pt>
    <dgm:pt modelId="{153EA7B9-5ACE-4F1A-822F-B0B6C376A263}" type="pres">
      <dgm:prSet presAssocID="{115E15BD-13CE-44D0-8113-D7D1228938CD}" presName="background" presStyleLbl="node0" presStyleIdx="1" presStyleCnt="3"/>
      <dgm:spPr/>
    </dgm:pt>
    <dgm:pt modelId="{7F54DA76-2BD0-450E-9E24-8ADBF651B44F}" type="pres">
      <dgm:prSet presAssocID="{115E15BD-13CE-44D0-8113-D7D1228938CD}" presName="text" presStyleLbl="fgAcc0" presStyleIdx="1" presStyleCnt="3">
        <dgm:presLayoutVars>
          <dgm:chPref val="3"/>
        </dgm:presLayoutVars>
      </dgm:prSet>
      <dgm:spPr/>
    </dgm:pt>
    <dgm:pt modelId="{728D9FBD-5327-493D-85F3-9091E2317FD7}" type="pres">
      <dgm:prSet presAssocID="{115E15BD-13CE-44D0-8113-D7D1228938CD}" presName="hierChild2" presStyleCnt="0"/>
      <dgm:spPr/>
    </dgm:pt>
    <dgm:pt modelId="{ECC4D7A7-96BF-45DB-A740-CC98FBF37249}" type="pres">
      <dgm:prSet presAssocID="{5CAA762C-C2C9-45A2-AD39-BD532EE27A1B}" presName="hierRoot1" presStyleCnt="0"/>
      <dgm:spPr/>
    </dgm:pt>
    <dgm:pt modelId="{5ACF315E-DA3F-401A-B992-725EE9794505}" type="pres">
      <dgm:prSet presAssocID="{5CAA762C-C2C9-45A2-AD39-BD532EE27A1B}" presName="composite" presStyleCnt="0"/>
      <dgm:spPr/>
    </dgm:pt>
    <dgm:pt modelId="{2B66A9BA-6237-43B5-9423-F4B68AEAA788}" type="pres">
      <dgm:prSet presAssocID="{5CAA762C-C2C9-45A2-AD39-BD532EE27A1B}" presName="background" presStyleLbl="node0" presStyleIdx="2" presStyleCnt="3"/>
      <dgm:spPr/>
    </dgm:pt>
    <dgm:pt modelId="{992B61E7-8B65-4822-9B16-9BDF5D2CC5B7}" type="pres">
      <dgm:prSet presAssocID="{5CAA762C-C2C9-45A2-AD39-BD532EE27A1B}" presName="text" presStyleLbl="fgAcc0" presStyleIdx="2" presStyleCnt="3">
        <dgm:presLayoutVars>
          <dgm:chPref val="3"/>
        </dgm:presLayoutVars>
      </dgm:prSet>
      <dgm:spPr/>
    </dgm:pt>
    <dgm:pt modelId="{D8006B18-9751-4775-BE76-556DE68F63BD}" type="pres">
      <dgm:prSet presAssocID="{5CAA762C-C2C9-45A2-AD39-BD532EE27A1B}" presName="hierChild2" presStyleCnt="0"/>
      <dgm:spPr/>
    </dgm:pt>
  </dgm:ptLst>
  <dgm:cxnLst>
    <dgm:cxn modelId="{F1089217-DAF6-451E-A84B-436071DFB946}" type="presOf" srcId="{115E15BD-13CE-44D0-8113-D7D1228938CD}" destId="{7F54DA76-2BD0-450E-9E24-8ADBF651B44F}" srcOrd="0" destOrd="0" presId="urn:microsoft.com/office/officeart/2005/8/layout/hierarchy1"/>
    <dgm:cxn modelId="{2026E141-6595-49F5-8F3F-153983FF60CC}" type="presOf" srcId="{6DB97FA4-4DE5-4218-AB8D-CC776F822010}" destId="{192D3C52-E565-44EB-8E77-56A14D65DD00}" srcOrd="0" destOrd="0" presId="urn:microsoft.com/office/officeart/2005/8/layout/hierarchy1"/>
    <dgm:cxn modelId="{E36C036F-81E7-42FB-A875-37376BAF1086}" srcId="{6DB97FA4-4DE5-4218-AB8D-CC776F822010}" destId="{115E15BD-13CE-44D0-8113-D7D1228938CD}" srcOrd="1" destOrd="0" parTransId="{FC2E3745-E6B9-416B-977B-CEBAD4953156}" sibTransId="{8336BDDB-E234-47F1-85D2-EC1C2B496F0F}"/>
    <dgm:cxn modelId="{69736D6F-0A1D-4A7D-B32F-7C603EAF21EC}" type="presOf" srcId="{5CAA762C-C2C9-45A2-AD39-BD532EE27A1B}" destId="{992B61E7-8B65-4822-9B16-9BDF5D2CC5B7}" srcOrd="0" destOrd="0" presId="urn:microsoft.com/office/officeart/2005/8/layout/hierarchy1"/>
    <dgm:cxn modelId="{680B3690-BC6C-4F8A-9F6A-26FB789AC6B5}" type="presOf" srcId="{6F566603-0905-41C0-B645-EBEF519F5B74}" destId="{78CD173B-0477-4438-9DA5-EB4E429410EE}" srcOrd="0" destOrd="0" presId="urn:microsoft.com/office/officeart/2005/8/layout/hierarchy1"/>
    <dgm:cxn modelId="{504D18B6-2EB2-4A9E-94CF-196B62AEF236}" srcId="{6DB97FA4-4DE5-4218-AB8D-CC776F822010}" destId="{6F566603-0905-41C0-B645-EBEF519F5B74}" srcOrd="0" destOrd="0" parTransId="{A76ABACC-43DB-4FB9-9905-F0994D623907}" sibTransId="{44A03BCB-D127-40D0-A8B7-92FCAD130EC4}"/>
    <dgm:cxn modelId="{CD9448E7-C79B-4772-B68E-F52682E9951D}" srcId="{6DB97FA4-4DE5-4218-AB8D-CC776F822010}" destId="{5CAA762C-C2C9-45A2-AD39-BD532EE27A1B}" srcOrd="2" destOrd="0" parTransId="{3981B758-6C82-4887-9780-EC7233265AA4}" sibTransId="{8A50EBB5-43D7-4EDE-9AFB-34BDEC1B548A}"/>
    <dgm:cxn modelId="{AC19C0BB-DD61-4C1B-8656-F9C0ABE16ED4}" type="presParOf" srcId="{192D3C52-E565-44EB-8E77-56A14D65DD00}" destId="{7A623C5C-FCD5-40FE-8E3A-9A24033E224D}" srcOrd="0" destOrd="0" presId="urn:microsoft.com/office/officeart/2005/8/layout/hierarchy1"/>
    <dgm:cxn modelId="{683141BB-3955-4E1A-ACFD-92720E4C34E2}" type="presParOf" srcId="{7A623C5C-FCD5-40FE-8E3A-9A24033E224D}" destId="{9BE6B474-A826-4592-B17F-EC1ED6229F84}" srcOrd="0" destOrd="0" presId="urn:microsoft.com/office/officeart/2005/8/layout/hierarchy1"/>
    <dgm:cxn modelId="{E1CB6FED-6BF7-432D-B742-2FF8233C5929}" type="presParOf" srcId="{9BE6B474-A826-4592-B17F-EC1ED6229F84}" destId="{5A0E65B3-656C-4400-8819-69FA6D9704D0}" srcOrd="0" destOrd="0" presId="urn:microsoft.com/office/officeart/2005/8/layout/hierarchy1"/>
    <dgm:cxn modelId="{DAEA24DE-2BF1-4865-998B-CEDC328DC02B}" type="presParOf" srcId="{9BE6B474-A826-4592-B17F-EC1ED6229F84}" destId="{78CD173B-0477-4438-9DA5-EB4E429410EE}" srcOrd="1" destOrd="0" presId="urn:microsoft.com/office/officeart/2005/8/layout/hierarchy1"/>
    <dgm:cxn modelId="{F0CF249D-7785-4BB9-89B1-7C4143EA9FA6}" type="presParOf" srcId="{7A623C5C-FCD5-40FE-8E3A-9A24033E224D}" destId="{4C07DC16-054B-4DAE-B4D6-B1B5A3CDD753}" srcOrd="1" destOrd="0" presId="urn:microsoft.com/office/officeart/2005/8/layout/hierarchy1"/>
    <dgm:cxn modelId="{D44BBCC9-833B-4D15-80C9-85DCAE507105}" type="presParOf" srcId="{192D3C52-E565-44EB-8E77-56A14D65DD00}" destId="{F4F7A661-A0F7-4F0B-BE3A-5D7957BC8103}" srcOrd="1" destOrd="0" presId="urn:microsoft.com/office/officeart/2005/8/layout/hierarchy1"/>
    <dgm:cxn modelId="{9AF9266E-8B11-4239-80C1-796C9D43DD99}" type="presParOf" srcId="{F4F7A661-A0F7-4F0B-BE3A-5D7957BC8103}" destId="{23699CA0-4419-44FD-907B-487E4DC9B588}" srcOrd="0" destOrd="0" presId="urn:microsoft.com/office/officeart/2005/8/layout/hierarchy1"/>
    <dgm:cxn modelId="{A1E8A3FA-C6F6-42DD-A128-F08446464D34}" type="presParOf" srcId="{23699CA0-4419-44FD-907B-487E4DC9B588}" destId="{153EA7B9-5ACE-4F1A-822F-B0B6C376A263}" srcOrd="0" destOrd="0" presId="urn:microsoft.com/office/officeart/2005/8/layout/hierarchy1"/>
    <dgm:cxn modelId="{3CD1EC74-E640-4456-8B6A-7991DB576FEA}" type="presParOf" srcId="{23699CA0-4419-44FD-907B-487E4DC9B588}" destId="{7F54DA76-2BD0-450E-9E24-8ADBF651B44F}" srcOrd="1" destOrd="0" presId="urn:microsoft.com/office/officeart/2005/8/layout/hierarchy1"/>
    <dgm:cxn modelId="{343C5659-8F6A-4C77-A481-4C2A959C561C}" type="presParOf" srcId="{F4F7A661-A0F7-4F0B-BE3A-5D7957BC8103}" destId="{728D9FBD-5327-493D-85F3-9091E2317FD7}" srcOrd="1" destOrd="0" presId="urn:microsoft.com/office/officeart/2005/8/layout/hierarchy1"/>
    <dgm:cxn modelId="{2A6A49C6-B82B-484A-953F-6FC3DA6B866E}" type="presParOf" srcId="{192D3C52-E565-44EB-8E77-56A14D65DD00}" destId="{ECC4D7A7-96BF-45DB-A740-CC98FBF37249}" srcOrd="2" destOrd="0" presId="urn:microsoft.com/office/officeart/2005/8/layout/hierarchy1"/>
    <dgm:cxn modelId="{3133F39C-122E-4129-9EB6-5049C6850317}" type="presParOf" srcId="{ECC4D7A7-96BF-45DB-A740-CC98FBF37249}" destId="{5ACF315E-DA3F-401A-B992-725EE9794505}" srcOrd="0" destOrd="0" presId="urn:microsoft.com/office/officeart/2005/8/layout/hierarchy1"/>
    <dgm:cxn modelId="{ABD2B070-C751-4B27-945B-4A65750B5D42}" type="presParOf" srcId="{5ACF315E-DA3F-401A-B992-725EE9794505}" destId="{2B66A9BA-6237-43B5-9423-F4B68AEAA788}" srcOrd="0" destOrd="0" presId="urn:microsoft.com/office/officeart/2005/8/layout/hierarchy1"/>
    <dgm:cxn modelId="{5B200549-97C7-4FB5-A642-E186157E1754}" type="presParOf" srcId="{5ACF315E-DA3F-401A-B992-725EE9794505}" destId="{992B61E7-8B65-4822-9B16-9BDF5D2CC5B7}" srcOrd="1" destOrd="0" presId="urn:microsoft.com/office/officeart/2005/8/layout/hierarchy1"/>
    <dgm:cxn modelId="{A3B06B2B-0E83-4E0B-B66E-7B56CED1C253}" type="presParOf" srcId="{ECC4D7A7-96BF-45DB-A740-CC98FBF37249}" destId="{D8006B18-9751-4775-BE76-556DE68F63B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A0785D-7477-4806-BCE0-2ACC395086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2CE8737-04C4-43D2-8FE4-14478E6C4CC8}">
      <dgm:prSet/>
      <dgm:spPr/>
      <dgm:t>
        <a:bodyPr/>
        <a:lstStyle/>
        <a:p>
          <a:r>
            <a:rPr lang="en-US"/>
            <a:t>• BIM and AI integration is shaping the future of construction.</a:t>
          </a:r>
        </a:p>
      </dgm:t>
    </dgm:pt>
    <dgm:pt modelId="{131A6A0C-89E1-4286-918A-8B93CDF75684}" type="parTrans" cxnId="{111CD64D-4E52-4607-A908-02C7D3D596E6}">
      <dgm:prSet/>
      <dgm:spPr/>
      <dgm:t>
        <a:bodyPr/>
        <a:lstStyle/>
        <a:p>
          <a:endParaRPr lang="en-US"/>
        </a:p>
      </dgm:t>
    </dgm:pt>
    <dgm:pt modelId="{20DA5553-C0F5-4494-9A2A-2259B7A0497D}" type="sibTrans" cxnId="{111CD64D-4E52-4607-A908-02C7D3D596E6}">
      <dgm:prSet/>
      <dgm:spPr/>
      <dgm:t>
        <a:bodyPr/>
        <a:lstStyle/>
        <a:p>
          <a:endParaRPr lang="en-US"/>
        </a:p>
      </dgm:t>
    </dgm:pt>
    <dgm:pt modelId="{5CD115FC-5544-48D3-BEB3-BA086E28C5A3}">
      <dgm:prSet/>
      <dgm:spPr/>
      <dgm:t>
        <a:bodyPr/>
        <a:lstStyle/>
        <a:p>
          <a:r>
            <a:rPr lang="en-US"/>
            <a:t>• Offers smarter, safer, and more sustainable building practices.</a:t>
          </a:r>
        </a:p>
      </dgm:t>
    </dgm:pt>
    <dgm:pt modelId="{1F8B6C42-CD38-4ACB-907D-FE517415CA01}" type="parTrans" cxnId="{56BCCDC0-D3D3-4F92-AF56-383BEB1BDC89}">
      <dgm:prSet/>
      <dgm:spPr/>
      <dgm:t>
        <a:bodyPr/>
        <a:lstStyle/>
        <a:p>
          <a:endParaRPr lang="en-US"/>
        </a:p>
      </dgm:t>
    </dgm:pt>
    <dgm:pt modelId="{9851012D-01AC-4B58-BA60-1367CE7E7DB7}" type="sibTrans" cxnId="{56BCCDC0-D3D3-4F92-AF56-383BEB1BDC89}">
      <dgm:prSet/>
      <dgm:spPr/>
      <dgm:t>
        <a:bodyPr/>
        <a:lstStyle/>
        <a:p>
          <a:endParaRPr lang="en-US"/>
        </a:p>
      </dgm:t>
    </dgm:pt>
    <dgm:pt modelId="{09FBF0C3-1B4C-412F-B449-986E463A22D2}">
      <dgm:prSet/>
      <dgm:spPr/>
      <dgm:t>
        <a:bodyPr/>
        <a:lstStyle/>
        <a:p>
          <a:r>
            <a:rPr lang="en-US"/>
            <a:t>• Continued innovation will drive digital transformation in the industry.</a:t>
          </a:r>
        </a:p>
      </dgm:t>
    </dgm:pt>
    <dgm:pt modelId="{105FAD42-4001-4C08-B6D5-7F19C6454DB6}" type="parTrans" cxnId="{20DBC216-B8B1-4954-84B9-9FB648233D45}">
      <dgm:prSet/>
      <dgm:spPr/>
      <dgm:t>
        <a:bodyPr/>
        <a:lstStyle/>
        <a:p>
          <a:endParaRPr lang="en-US"/>
        </a:p>
      </dgm:t>
    </dgm:pt>
    <dgm:pt modelId="{2CE0E2AB-55B6-48BD-B9D9-14A8237CC125}" type="sibTrans" cxnId="{20DBC216-B8B1-4954-84B9-9FB648233D45}">
      <dgm:prSet/>
      <dgm:spPr/>
      <dgm:t>
        <a:bodyPr/>
        <a:lstStyle/>
        <a:p>
          <a:endParaRPr lang="en-US"/>
        </a:p>
      </dgm:t>
    </dgm:pt>
    <dgm:pt modelId="{DF62FE4C-54D7-4E73-BB0B-75DF43ED9F4E}" type="pres">
      <dgm:prSet presAssocID="{EDA0785D-7477-4806-BCE0-2ACC395086C8}" presName="root" presStyleCnt="0">
        <dgm:presLayoutVars>
          <dgm:dir/>
          <dgm:resizeHandles val="exact"/>
        </dgm:presLayoutVars>
      </dgm:prSet>
      <dgm:spPr/>
    </dgm:pt>
    <dgm:pt modelId="{D7F30312-C1C5-4640-9337-2DF2E0540ACF}" type="pres">
      <dgm:prSet presAssocID="{A2CE8737-04C4-43D2-8FE4-14478E6C4CC8}" presName="compNode" presStyleCnt="0"/>
      <dgm:spPr/>
    </dgm:pt>
    <dgm:pt modelId="{07F3B044-6984-4CA1-BC37-B80318EBCEF7}" type="pres">
      <dgm:prSet presAssocID="{A2CE8737-04C4-43D2-8FE4-14478E6C4CC8}" presName="bgRect" presStyleLbl="bgShp" presStyleIdx="0" presStyleCnt="3"/>
      <dgm:spPr/>
    </dgm:pt>
    <dgm:pt modelId="{8E857196-04E8-4784-A448-6B8B3A7BF578}" type="pres">
      <dgm:prSet presAssocID="{A2CE8737-04C4-43D2-8FE4-14478E6C4C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6418FC3-30C3-4973-BEB8-8630A1C59DD7}" type="pres">
      <dgm:prSet presAssocID="{A2CE8737-04C4-43D2-8FE4-14478E6C4CC8}" presName="spaceRect" presStyleCnt="0"/>
      <dgm:spPr/>
    </dgm:pt>
    <dgm:pt modelId="{5FE57F92-86BC-44F2-8A05-C1506C6E7C63}" type="pres">
      <dgm:prSet presAssocID="{A2CE8737-04C4-43D2-8FE4-14478E6C4CC8}" presName="parTx" presStyleLbl="revTx" presStyleIdx="0" presStyleCnt="3">
        <dgm:presLayoutVars>
          <dgm:chMax val="0"/>
          <dgm:chPref val="0"/>
        </dgm:presLayoutVars>
      </dgm:prSet>
      <dgm:spPr/>
    </dgm:pt>
    <dgm:pt modelId="{37C934CB-B5E3-487A-A578-7D4177FED70D}" type="pres">
      <dgm:prSet presAssocID="{20DA5553-C0F5-4494-9A2A-2259B7A0497D}" presName="sibTrans" presStyleCnt="0"/>
      <dgm:spPr/>
    </dgm:pt>
    <dgm:pt modelId="{53391CAC-9905-43BF-96CB-8D6DEDDF25CA}" type="pres">
      <dgm:prSet presAssocID="{5CD115FC-5544-48D3-BEB3-BA086E28C5A3}" presName="compNode" presStyleCnt="0"/>
      <dgm:spPr/>
    </dgm:pt>
    <dgm:pt modelId="{6B42F836-CD6F-4CA2-8746-6E5079F909A6}" type="pres">
      <dgm:prSet presAssocID="{5CD115FC-5544-48D3-BEB3-BA086E28C5A3}" presName="bgRect" presStyleLbl="bgShp" presStyleIdx="1" presStyleCnt="3"/>
      <dgm:spPr/>
    </dgm:pt>
    <dgm:pt modelId="{8EFDAB35-1DD2-483E-9334-F322B095EBBC}" type="pres">
      <dgm:prSet presAssocID="{5CD115FC-5544-48D3-BEB3-BA086E28C5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65D77AC9-16DA-40F7-93CA-AB2A217BCD50}" type="pres">
      <dgm:prSet presAssocID="{5CD115FC-5544-48D3-BEB3-BA086E28C5A3}" presName="spaceRect" presStyleCnt="0"/>
      <dgm:spPr/>
    </dgm:pt>
    <dgm:pt modelId="{D85A2B82-2823-4094-B183-3FCE2059151A}" type="pres">
      <dgm:prSet presAssocID="{5CD115FC-5544-48D3-BEB3-BA086E28C5A3}" presName="parTx" presStyleLbl="revTx" presStyleIdx="1" presStyleCnt="3">
        <dgm:presLayoutVars>
          <dgm:chMax val="0"/>
          <dgm:chPref val="0"/>
        </dgm:presLayoutVars>
      </dgm:prSet>
      <dgm:spPr/>
    </dgm:pt>
    <dgm:pt modelId="{E9051B6E-7357-469F-B208-EB24A43F54C9}" type="pres">
      <dgm:prSet presAssocID="{9851012D-01AC-4B58-BA60-1367CE7E7DB7}" presName="sibTrans" presStyleCnt="0"/>
      <dgm:spPr/>
    </dgm:pt>
    <dgm:pt modelId="{0130E169-EAEB-46D9-A1A0-95CA670F7208}" type="pres">
      <dgm:prSet presAssocID="{09FBF0C3-1B4C-412F-B449-986E463A22D2}" presName="compNode" presStyleCnt="0"/>
      <dgm:spPr/>
    </dgm:pt>
    <dgm:pt modelId="{86B5E39F-6CD1-4AB7-9A86-B7A15BC6F5E7}" type="pres">
      <dgm:prSet presAssocID="{09FBF0C3-1B4C-412F-B449-986E463A22D2}" presName="bgRect" presStyleLbl="bgShp" presStyleIdx="2" presStyleCnt="3"/>
      <dgm:spPr/>
    </dgm:pt>
    <dgm:pt modelId="{3B678D90-7576-416C-B2E5-9FBC4F05752E}" type="pres">
      <dgm:prSet presAssocID="{09FBF0C3-1B4C-412F-B449-986E463A22D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C70E778-3CB5-4BDD-B81C-259D5179D8CA}" type="pres">
      <dgm:prSet presAssocID="{09FBF0C3-1B4C-412F-B449-986E463A22D2}" presName="spaceRect" presStyleCnt="0"/>
      <dgm:spPr/>
    </dgm:pt>
    <dgm:pt modelId="{2C6333F8-4561-4DDB-B143-3329C5B9F212}" type="pres">
      <dgm:prSet presAssocID="{09FBF0C3-1B4C-412F-B449-986E463A22D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B65603-6DD4-4693-8A6B-E686DB3A8D16}" type="presOf" srcId="{09FBF0C3-1B4C-412F-B449-986E463A22D2}" destId="{2C6333F8-4561-4DDB-B143-3329C5B9F212}" srcOrd="0" destOrd="0" presId="urn:microsoft.com/office/officeart/2018/2/layout/IconVerticalSolidList"/>
    <dgm:cxn modelId="{20DBC216-B8B1-4954-84B9-9FB648233D45}" srcId="{EDA0785D-7477-4806-BCE0-2ACC395086C8}" destId="{09FBF0C3-1B4C-412F-B449-986E463A22D2}" srcOrd="2" destOrd="0" parTransId="{105FAD42-4001-4C08-B6D5-7F19C6454DB6}" sibTransId="{2CE0E2AB-55B6-48BD-B9D9-14A8237CC125}"/>
    <dgm:cxn modelId="{ACE77837-CF43-43BC-B6A2-3C3A67978CA4}" type="presOf" srcId="{5CD115FC-5544-48D3-BEB3-BA086E28C5A3}" destId="{D85A2B82-2823-4094-B183-3FCE2059151A}" srcOrd="0" destOrd="0" presId="urn:microsoft.com/office/officeart/2018/2/layout/IconVerticalSolidList"/>
    <dgm:cxn modelId="{7D9B7D6C-5FA1-4E06-8285-1F15A8A1D660}" type="presOf" srcId="{A2CE8737-04C4-43D2-8FE4-14478E6C4CC8}" destId="{5FE57F92-86BC-44F2-8A05-C1506C6E7C63}" srcOrd="0" destOrd="0" presId="urn:microsoft.com/office/officeart/2018/2/layout/IconVerticalSolidList"/>
    <dgm:cxn modelId="{111CD64D-4E52-4607-A908-02C7D3D596E6}" srcId="{EDA0785D-7477-4806-BCE0-2ACC395086C8}" destId="{A2CE8737-04C4-43D2-8FE4-14478E6C4CC8}" srcOrd="0" destOrd="0" parTransId="{131A6A0C-89E1-4286-918A-8B93CDF75684}" sibTransId="{20DA5553-C0F5-4494-9A2A-2259B7A0497D}"/>
    <dgm:cxn modelId="{56128EB6-A6BF-4B61-93CC-7ECABF3C1F74}" type="presOf" srcId="{EDA0785D-7477-4806-BCE0-2ACC395086C8}" destId="{DF62FE4C-54D7-4E73-BB0B-75DF43ED9F4E}" srcOrd="0" destOrd="0" presId="urn:microsoft.com/office/officeart/2018/2/layout/IconVerticalSolidList"/>
    <dgm:cxn modelId="{56BCCDC0-D3D3-4F92-AF56-383BEB1BDC89}" srcId="{EDA0785D-7477-4806-BCE0-2ACC395086C8}" destId="{5CD115FC-5544-48D3-BEB3-BA086E28C5A3}" srcOrd="1" destOrd="0" parTransId="{1F8B6C42-CD38-4ACB-907D-FE517415CA01}" sibTransId="{9851012D-01AC-4B58-BA60-1367CE7E7DB7}"/>
    <dgm:cxn modelId="{FA556146-5DB2-4945-9ECB-E579C3DD0BCA}" type="presParOf" srcId="{DF62FE4C-54D7-4E73-BB0B-75DF43ED9F4E}" destId="{D7F30312-C1C5-4640-9337-2DF2E0540ACF}" srcOrd="0" destOrd="0" presId="urn:microsoft.com/office/officeart/2018/2/layout/IconVerticalSolidList"/>
    <dgm:cxn modelId="{D4DA6E93-B589-474D-A0CD-75DF4F21D101}" type="presParOf" srcId="{D7F30312-C1C5-4640-9337-2DF2E0540ACF}" destId="{07F3B044-6984-4CA1-BC37-B80318EBCEF7}" srcOrd="0" destOrd="0" presId="urn:microsoft.com/office/officeart/2018/2/layout/IconVerticalSolidList"/>
    <dgm:cxn modelId="{691A2B82-88AF-49FE-8D4E-1CE5BBD4AA14}" type="presParOf" srcId="{D7F30312-C1C5-4640-9337-2DF2E0540ACF}" destId="{8E857196-04E8-4784-A448-6B8B3A7BF578}" srcOrd="1" destOrd="0" presId="urn:microsoft.com/office/officeart/2018/2/layout/IconVerticalSolidList"/>
    <dgm:cxn modelId="{45685BDD-E4DF-4468-9B1B-6ACABEE2BF89}" type="presParOf" srcId="{D7F30312-C1C5-4640-9337-2DF2E0540ACF}" destId="{06418FC3-30C3-4973-BEB8-8630A1C59DD7}" srcOrd="2" destOrd="0" presId="urn:microsoft.com/office/officeart/2018/2/layout/IconVerticalSolidList"/>
    <dgm:cxn modelId="{94843429-E96F-41AD-96E2-3BFAF8F7B517}" type="presParOf" srcId="{D7F30312-C1C5-4640-9337-2DF2E0540ACF}" destId="{5FE57F92-86BC-44F2-8A05-C1506C6E7C63}" srcOrd="3" destOrd="0" presId="urn:microsoft.com/office/officeart/2018/2/layout/IconVerticalSolidList"/>
    <dgm:cxn modelId="{04920E51-5812-44D0-AFE1-E71240E8BD0E}" type="presParOf" srcId="{DF62FE4C-54D7-4E73-BB0B-75DF43ED9F4E}" destId="{37C934CB-B5E3-487A-A578-7D4177FED70D}" srcOrd="1" destOrd="0" presId="urn:microsoft.com/office/officeart/2018/2/layout/IconVerticalSolidList"/>
    <dgm:cxn modelId="{696B9F87-7FD0-4D33-AF64-1E02EF032C2F}" type="presParOf" srcId="{DF62FE4C-54D7-4E73-BB0B-75DF43ED9F4E}" destId="{53391CAC-9905-43BF-96CB-8D6DEDDF25CA}" srcOrd="2" destOrd="0" presId="urn:microsoft.com/office/officeart/2018/2/layout/IconVerticalSolidList"/>
    <dgm:cxn modelId="{355C2EB7-EC31-402E-98FC-466202329BEA}" type="presParOf" srcId="{53391CAC-9905-43BF-96CB-8D6DEDDF25CA}" destId="{6B42F836-CD6F-4CA2-8746-6E5079F909A6}" srcOrd="0" destOrd="0" presId="urn:microsoft.com/office/officeart/2018/2/layout/IconVerticalSolidList"/>
    <dgm:cxn modelId="{F6398FA7-BED0-4352-931E-93488B2A667D}" type="presParOf" srcId="{53391CAC-9905-43BF-96CB-8D6DEDDF25CA}" destId="{8EFDAB35-1DD2-483E-9334-F322B095EBBC}" srcOrd="1" destOrd="0" presId="urn:microsoft.com/office/officeart/2018/2/layout/IconVerticalSolidList"/>
    <dgm:cxn modelId="{CDD7811B-D617-49F4-BC8E-231630630188}" type="presParOf" srcId="{53391CAC-9905-43BF-96CB-8D6DEDDF25CA}" destId="{65D77AC9-16DA-40F7-93CA-AB2A217BCD50}" srcOrd="2" destOrd="0" presId="urn:microsoft.com/office/officeart/2018/2/layout/IconVerticalSolidList"/>
    <dgm:cxn modelId="{F9171D95-5FE7-458D-9081-E41F53AFD015}" type="presParOf" srcId="{53391CAC-9905-43BF-96CB-8D6DEDDF25CA}" destId="{D85A2B82-2823-4094-B183-3FCE2059151A}" srcOrd="3" destOrd="0" presId="urn:microsoft.com/office/officeart/2018/2/layout/IconVerticalSolidList"/>
    <dgm:cxn modelId="{9FF093A8-F7CE-457D-AE3C-C14615CBC4A8}" type="presParOf" srcId="{DF62FE4C-54D7-4E73-BB0B-75DF43ED9F4E}" destId="{E9051B6E-7357-469F-B208-EB24A43F54C9}" srcOrd="3" destOrd="0" presId="urn:microsoft.com/office/officeart/2018/2/layout/IconVerticalSolidList"/>
    <dgm:cxn modelId="{1467BDD5-452B-4FFA-A4D1-258C3D3F94C6}" type="presParOf" srcId="{DF62FE4C-54D7-4E73-BB0B-75DF43ED9F4E}" destId="{0130E169-EAEB-46D9-A1A0-95CA670F7208}" srcOrd="4" destOrd="0" presId="urn:microsoft.com/office/officeart/2018/2/layout/IconVerticalSolidList"/>
    <dgm:cxn modelId="{990C112B-42B0-40CF-A3F4-0D3D31D18763}" type="presParOf" srcId="{0130E169-EAEB-46D9-A1A0-95CA670F7208}" destId="{86B5E39F-6CD1-4AB7-9A86-B7A15BC6F5E7}" srcOrd="0" destOrd="0" presId="urn:microsoft.com/office/officeart/2018/2/layout/IconVerticalSolidList"/>
    <dgm:cxn modelId="{3F238BE3-052A-45A4-9403-A396326444E2}" type="presParOf" srcId="{0130E169-EAEB-46D9-A1A0-95CA670F7208}" destId="{3B678D90-7576-416C-B2E5-9FBC4F05752E}" srcOrd="1" destOrd="0" presId="urn:microsoft.com/office/officeart/2018/2/layout/IconVerticalSolidList"/>
    <dgm:cxn modelId="{B94EA873-5F71-4EE6-BABB-47FA4F6C6398}" type="presParOf" srcId="{0130E169-EAEB-46D9-A1A0-95CA670F7208}" destId="{7C70E778-3CB5-4BDD-B81C-259D5179D8CA}" srcOrd="2" destOrd="0" presId="urn:microsoft.com/office/officeart/2018/2/layout/IconVerticalSolidList"/>
    <dgm:cxn modelId="{ADCDC807-5439-4068-A949-ACEC294343CA}" type="presParOf" srcId="{0130E169-EAEB-46D9-A1A0-95CA670F7208}" destId="{2C6333F8-4561-4DDB-B143-3329C5B9F2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D8D8E-ECED-45A8-BBE9-AEA41476642B}">
      <dsp:nvSpPr>
        <dsp:cNvPr id="0" name=""/>
        <dsp:cNvSpPr/>
      </dsp:nvSpPr>
      <dsp:spPr>
        <a:xfrm>
          <a:off x="0" y="491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68F-BAF8-4544-954B-5B5B1733ACCC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066C2-B6B4-4C37-86AD-4E8D4DE17AB1}">
      <dsp:nvSpPr>
        <dsp:cNvPr id="0" name=""/>
        <dsp:cNvSpPr/>
      </dsp:nvSpPr>
      <dsp:spPr>
        <a:xfrm>
          <a:off x="1327175" y="491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AI detects design clashes faster than manual methods.</a:t>
          </a:r>
        </a:p>
      </dsp:txBody>
      <dsp:txXfrm>
        <a:off x="1327175" y="491"/>
        <a:ext cx="5963021" cy="1149069"/>
      </dsp:txXfrm>
    </dsp:sp>
    <dsp:sp modelId="{AD471320-2792-4FE8-B1C4-2ED76E353EF2}">
      <dsp:nvSpPr>
        <dsp:cNvPr id="0" name=""/>
        <dsp:cNvSpPr/>
      </dsp:nvSpPr>
      <dsp:spPr>
        <a:xfrm>
          <a:off x="0" y="1436827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70741-68F7-4ADF-B8C1-39920481C729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F2E9AB-50CC-4409-929E-E19CF9ED38EC}">
      <dsp:nvSpPr>
        <dsp:cNvPr id="0" name=""/>
        <dsp:cNvSpPr/>
      </dsp:nvSpPr>
      <dsp:spPr>
        <a:xfrm>
          <a:off x="1327175" y="1436827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Reduces rework during construction and improves coordination.</a:t>
          </a:r>
        </a:p>
      </dsp:txBody>
      <dsp:txXfrm>
        <a:off x="1327175" y="1436827"/>
        <a:ext cx="5963021" cy="1149069"/>
      </dsp:txXfrm>
    </dsp:sp>
    <dsp:sp modelId="{A8F099F1-DE50-40BB-A5A4-E5512FA1CFB9}">
      <dsp:nvSpPr>
        <dsp:cNvPr id="0" name=""/>
        <dsp:cNvSpPr/>
      </dsp:nvSpPr>
      <dsp:spPr>
        <a:xfrm>
          <a:off x="0" y="2873164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A0C39-475B-45BF-AEFC-521AFEAE0C0D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A759C-7940-4846-8C1C-F492607C907A}">
      <dsp:nvSpPr>
        <dsp:cNvPr id="0" name=""/>
        <dsp:cNvSpPr/>
      </dsp:nvSpPr>
      <dsp:spPr>
        <a:xfrm>
          <a:off x="1327175" y="2873164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Real-time clash resolution enhances design quality and safety.</a:t>
          </a:r>
        </a:p>
      </dsp:txBody>
      <dsp:txXfrm>
        <a:off x="1327175" y="2873164"/>
        <a:ext cx="5963021" cy="11490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7018C-8419-42F3-A981-B44990367934}">
      <dsp:nvSpPr>
        <dsp:cNvPr id="0" name=""/>
        <dsp:cNvSpPr/>
      </dsp:nvSpPr>
      <dsp:spPr>
        <a:xfrm>
          <a:off x="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05461-2705-4142-8AF9-F6427FE2AC63}">
      <dsp:nvSpPr>
        <dsp:cNvPr id="0" name=""/>
        <dsp:cNvSpPr/>
      </dsp:nvSpPr>
      <dsp:spPr>
        <a:xfrm>
          <a:off x="227818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AI analyzes historical data for accurate project forecasts.</a:t>
          </a:r>
        </a:p>
      </dsp:txBody>
      <dsp:txXfrm>
        <a:off x="265952" y="1506718"/>
        <a:ext cx="1974099" cy="1225715"/>
      </dsp:txXfrm>
    </dsp:sp>
    <dsp:sp modelId="{F2A47192-048F-4682-BF4F-15AAFF878A21}">
      <dsp:nvSpPr>
        <dsp:cNvPr id="0" name=""/>
        <dsp:cNvSpPr/>
      </dsp:nvSpPr>
      <dsp:spPr>
        <a:xfrm>
          <a:off x="2506005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4161F-9EE0-4362-99BD-D970BCCEDFFF}">
      <dsp:nvSpPr>
        <dsp:cNvPr id="0" name=""/>
        <dsp:cNvSpPr/>
      </dsp:nvSpPr>
      <dsp:spPr>
        <a:xfrm>
          <a:off x="2733823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Predicts scheduling risks and cost overruns.</a:t>
          </a:r>
        </a:p>
      </dsp:txBody>
      <dsp:txXfrm>
        <a:off x="2771957" y="1506718"/>
        <a:ext cx="1974099" cy="1225715"/>
      </dsp:txXfrm>
    </dsp:sp>
    <dsp:sp modelId="{E7745BCC-036F-4CE5-BAB3-5680528A0BD0}">
      <dsp:nvSpPr>
        <dsp:cNvPr id="0" name=""/>
        <dsp:cNvSpPr/>
      </dsp:nvSpPr>
      <dsp:spPr>
        <a:xfrm>
          <a:off x="501201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78035-42D8-4DCA-9A28-C29B6CF42640}">
      <dsp:nvSpPr>
        <dsp:cNvPr id="0" name=""/>
        <dsp:cNvSpPr/>
      </dsp:nvSpPr>
      <dsp:spPr>
        <a:xfrm>
          <a:off x="5239829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Real-time updates improve project timelines and cost control.</a:t>
          </a:r>
        </a:p>
      </dsp:txBody>
      <dsp:txXfrm>
        <a:off x="5277963" y="1506718"/>
        <a:ext cx="1974099" cy="12257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B6572-D3FA-4B3A-889F-4B955A2ACF84}">
      <dsp:nvSpPr>
        <dsp:cNvPr id="0" name=""/>
        <dsp:cNvSpPr/>
      </dsp:nvSpPr>
      <dsp:spPr>
        <a:xfrm>
          <a:off x="0" y="491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22BFB-3218-4797-B60D-26AB7F98353D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CB5C2-D2EB-47E4-B0A1-A93B9DEA40AA}">
      <dsp:nvSpPr>
        <dsp:cNvPr id="0" name=""/>
        <dsp:cNvSpPr/>
      </dsp:nvSpPr>
      <dsp:spPr>
        <a:xfrm>
          <a:off x="1327175" y="491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AI synthesizes data for informed decision-making.</a:t>
          </a:r>
        </a:p>
      </dsp:txBody>
      <dsp:txXfrm>
        <a:off x="1327175" y="491"/>
        <a:ext cx="5963021" cy="1149069"/>
      </dsp:txXfrm>
    </dsp:sp>
    <dsp:sp modelId="{F5DD7D20-D9F1-4415-A4DE-ADD1AA69FFC4}">
      <dsp:nvSpPr>
        <dsp:cNvPr id="0" name=""/>
        <dsp:cNvSpPr/>
      </dsp:nvSpPr>
      <dsp:spPr>
        <a:xfrm>
          <a:off x="0" y="1436827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50680-860F-4BF7-9F82-8A39428A5870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645E8-8DC6-47D9-9036-49339D14AE23}">
      <dsp:nvSpPr>
        <dsp:cNvPr id="0" name=""/>
        <dsp:cNvSpPr/>
      </dsp:nvSpPr>
      <dsp:spPr>
        <a:xfrm>
          <a:off x="1327175" y="1436827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Enhances collaboration between architects, engineers, and contractors.</a:t>
          </a:r>
        </a:p>
      </dsp:txBody>
      <dsp:txXfrm>
        <a:off x="1327175" y="1436827"/>
        <a:ext cx="5963021" cy="1149069"/>
      </dsp:txXfrm>
    </dsp:sp>
    <dsp:sp modelId="{157F166B-7F68-4A20-A06B-AA1D390C5A17}">
      <dsp:nvSpPr>
        <dsp:cNvPr id="0" name=""/>
        <dsp:cNvSpPr/>
      </dsp:nvSpPr>
      <dsp:spPr>
        <a:xfrm>
          <a:off x="0" y="2873164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6A5F5-9D12-4590-BD20-6455EACCC0C8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E7B69-08C9-4FB7-85E6-259BE656249A}">
      <dsp:nvSpPr>
        <dsp:cNvPr id="0" name=""/>
        <dsp:cNvSpPr/>
      </dsp:nvSpPr>
      <dsp:spPr>
        <a:xfrm>
          <a:off x="1327175" y="2873164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Reduces review cycles and conflict resolution time.</a:t>
          </a:r>
        </a:p>
      </dsp:txBody>
      <dsp:txXfrm>
        <a:off x="1327175" y="2873164"/>
        <a:ext cx="5963021" cy="11490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1CCCD-8B2F-4DA0-9B7F-B9ED9BE21102}">
      <dsp:nvSpPr>
        <dsp:cNvPr id="0" name=""/>
        <dsp:cNvSpPr/>
      </dsp:nvSpPr>
      <dsp:spPr>
        <a:xfrm>
          <a:off x="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92D8D-CC96-4ED5-BE62-56E6651F31DB}">
      <dsp:nvSpPr>
        <dsp:cNvPr id="0" name=""/>
        <dsp:cNvSpPr/>
      </dsp:nvSpPr>
      <dsp:spPr>
        <a:xfrm>
          <a:off x="227818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AI monitors real-time progress and compares it to BIM models.</a:t>
          </a:r>
        </a:p>
      </dsp:txBody>
      <dsp:txXfrm>
        <a:off x="265952" y="1506718"/>
        <a:ext cx="1974099" cy="1225715"/>
      </dsp:txXfrm>
    </dsp:sp>
    <dsp:sp modelId="{A4530379-378A-45F1-A00E-D01963C30D0D}">
      <dsp:nvSpPr>
        <dsp:cNvPr id="0" name=""/>
        <dsp:cNvSpPr/>
      </dsp:nvSpPr>
      <dsp:spPr>
        <a:xfrm>
          <a:off x="2506005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39496-8995-494C-A3E8-A556250B83CE}">
      <dsp:nvSpPr>
        <dsp:cNvPr id="0" name=""/>
        <dsp:cNvSpPr/>
      </dsp:nvSpPr>
      <dsp:spPr>
        <a:xfrm>
          <a:off x="2733823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Early detection of discrepancies allows faster corrective actions.</a:t>
          </a:r>
        </a:p>
      </dsp:txBody>
      <dsp:txXfrm>
        <a:off x="2771957" y="1506718"/>
        <a:ext cx="1974099" cy="1225715"/>
      </dsp:txXfrm>
    </dsp:sp>
    <dsp:sp modelId="{BDDED18D-C6ED-402B-A2B8-F78A96EBA805}">
      <dsp:nvSpPr>
        <dsp:cNvPr id="0" name=""/>
        <dsp:cNvSpPr/>
      </dsp:nvSpPr>
      <dsp:spPr>
        <a:xfrm>
          <a:off x="501201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2E430-0FFB-4153-835D-AFF27F6FEF62}">
      <dsp:nvSpPr>
        <dsp:cNvPr id="0" name=""/>
        <dsp:cNvSpPr/>
      </dsp:nvSpPr>
      <dsp:spPr>
        <a:xfrm>
          <a:off x="5239829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Improves scheduling accuracy and ensures workforce efficiency.</a:t>
          </a:r>
        </a:p>
      </dsp:txBody>
      <dsp:txXfrm>
        <a:off x="5277963" y="1506718"/>
        <a:ext cx="1974099" cy="12257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50FCE-F585-4377-86A4-D467CDE3CA17}">
      <dsp:nvSpPr>
        <dsp:cNvPr id="0" name=""/>
        <dsp:cNvSpPr/>
      </dsp:nvSpPr>
      <dsp:spPr>
        <a:xfrm>
          <a:off x="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A114D-B532-4021-A5FB-ABBE9DDDA836}">
      <dsp:nvSpPr>
        <dsp:cNvPr id="0" name=""/>
        <dsp:cNvSpPr/>
      </dsp:nvSpPr>
      <dsp:spPr>
        <a:xfrm>
          <a:off x="227818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Digital twins provide real-time monitoring of building performance.</a:t>
          </a:r>
        </a:p>
      </dsp:txBody>
      <dsp:txXfrm>
        <a:off x="265952" y="1506718"/>
        <a:ext cx="1974099" cy="1225715"/>
      </dsp:txXfrm>
    </dsp:sp>
    <dsp:sp modelId="{C374F8DF-3DFF-4D6D-AEF1-2C667C53FF10}">
      <dsp:nvSpPr>
        <dsp:cNvPr id="0" name=""/>
        <dsp:cNvSpPr/>
      </dsp:nvSpPr>
      <dsp:spPr>
        <a:xfrm>
          <a:off x="2506005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696C-0891-481A-BBCF-16F7CAC4DE00}">
      <dsp:nvSpPr>
        <dsp:cNvPr id="0" name=""/>
        <dsp:cNvSpPr/>
      </dsp:nvSpPr>
      <dsp:spPr>
        <a:xfrm>
          <a:off x="2733823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AI enhances sustainability through energy usage and carbon footprint analysis.</a:t>
          </a:r>
        </a:p>
      </dsp:txBody>
      <dsp:txXfrm>
        <a:off x="2771957" y="1506718"/>
        <a:ext cx="1974099" cy="1225715"/>
      </dsp:txXfrm>
    </dsp:sp>
    <dsp:sp modelId="{2963E244-22C9-4304-87E3-55473442B6B3}">
      <dsp:nvSpPr>
        <dsp:cNvPr id="0" name=""/>
        <dsp:cNvSpPr/>
      </dsp:nvSpPr>
      <dsp:spPr>
        <a:xfrm>
          <a:off x="501201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3A801-2421-4231-8598-FB45E81639BE}">
      <dsp:nvSpPr>
        <dsp:cNvPr id="0" name=""/>
        <dsp:cNvSpPr/>
      </dsp:nvSpPr>
      <dsp:spPr>
        <a:xfrm>
          <a:off x="5239829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Robotics integrated with BIM for autonomous construction tasks.</a:t>
          </a:r>
        </a:p>
      </dsp:txBody>
      <dsp:txXfrm>
        <a:off x="5277963" y="1506718"/>
        <a:ext cx="1974099" cy="12257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F1169-2D7F-4663-B7D5-F96C0B456359}">
      <dsp:nvSpPr>
        <dsp:cNvPr id="0" name=""/>
        <dsp:cNvSpPr/>
      </dsp:nvSpPr>
      <dsp:spPr>
        <a:xfrm>
          <a:off x="0" y="491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6900E-16B9-4474-950B-00D1B9790824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A2B80-2CA5-42A7-8A44-8A0B36B66494}">
      <dsp:nvSpPr>
        <dsp:cNvPr id="0" name=""/>
        <dsp:cNvSpPr/>
      </dsp:nvSpPr>
      <dsp:spPr>
        <a:xfrm>
          <a:off x="1327175" y="491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AI and BIM help reduce construction’s environmental impact.</a:t>
          </a:r>
        </a:p>
      </dsp:txBody>
      <dsp:txXfrm>
        <a:off x="1327175" y="491"/>
        <a:ext cx="5963021" cy="1149069"/>
      </dsp:txXfrm>
    </dsp:sp>
    <dsp:sp modelId="{0E91B86A-E5E4-454A-AAC5-0E0D6FB0AEBE}">
      <dsp:nvSpPr>
        <dsp:cNvPr id="0" name=""/>
        <dsp:cNvSpPr/>
      </dsp:nvSpPr>
      <dsp:spPr>
        <a:xfrm>
          <a:off x="0" y="1436827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C881D-8F44-42F6-AF5F-AC77B9E20392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8C368-5F3D-4CB3-9A60-7AE80259115F}">
      <dsp:nvSpPr>
        <dsp:cNvPr id="0" name=""/>
        <dsp:cNvSpPr/>
      </dsp:nvSpPr>
      <dsp:spPr>
        <a:xfrm>
          <a:off x="1327175" y="1436827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Optimizes energy efficiency and promotes eco-friendly buildings.</a:t>
          </a:r>
        </a:p>
      </dsp:txBody>
      <dsp:txXfrm>
        <a:off x="1327175" y="1436827"/>
        <a:ext cx="5963021" cy="1149069"/>
      </dsp:txXfrm>
    </dsp:sp>
    <dsp:sp modelId="{DAD4B6C7-F4C7-4A7E-86A4-708737194EC5}">
      <dsp:nvSpPr>
        <dsp:cNvPr id="0" name=""/>
        <dsp:cNvSpPr/>
      </dsp:nvSpPr>
      <dsp:spPr>
        <a:xfrm>
          <a:off x="0" y="2873164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AF623-24C1-4FC1-9305-91C7CF891E48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FA9EF-F714-40FB-92FF-5DFBAEF448B8}">
      <dsp:nvSpPr>
        <dsp:cNvPr id="0" name=""/>
        <dsp:cNvSpPr/>
      </dsp:nvSpPr>
      <dsp:spPr>
        <a:xfrm>
          <a:off x="1327175" y="2873164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AI improves safety by predicting high-risk zones and unsafe practices.</a:t>
          </a:r>
        </a:p>
      </dsp:txBody>
      <dsp:txXfrm>
        <a:off x="1327175" y="2873164"/>
        <a:ext cx="5963021" cy="11490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E65B3-656C-4400-8819-69FA6D9704D0}">
      <dsp:nvSpPr>
        <dsp:cNvPr id="0" name=""/>
        <dsp:cNvSpPr/>
      </dsp:nvSpPr>
      <dsp:spPr>
        <a:xfrm>
          <a:off x="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D173B-0477-4438-9DA5-EB4E429410EE}">
      <dsp:nvSpPr>
        <dsp:cNvPr id="0" name=""/>
        <dsp:cNvSpPr/>
      </dsp:nvSpPr>
      <dsp:spPr>
        <a:xfrm>
          <a:off x="227818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AI and BIM integration leads to smarter, more efficient construction practices.</a:t>
          </a:r>
        </a:p>
      </dsp:txBody>
      <dsp:txXfrm>
        <a:off x="265952" y="1506718"/>
        <a:ext cx="1974099" cy="1225715"/>
      </dsp:txXfrm>
    </dsp:sp>
    <dsp:sp modelId="{153EA7B9-5ACE-4F1A-822F-B0B6C376A263}">
      <dsp:nvSpPr>
        <dsp:cNvPr id="0" name=""/>
        <dsp:cNvSpPr/>
      </dsp:nvSpPr>
      <dsp:spPr>
        <a:xfrm>
          <a:off x="2506005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54DA76-2BD0-450E-9E24-8ADBF651B44F}">
      <dsp:nvSpPr>
        <dsp:cNvPr id="0" name=""/>
        <dsp:cNvSpPr/>
      </dsp:nvSpPr>
      <dsp:spPr>
        <a:xfrm>
          <a:off x="2733823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Reduces costs, accelerates timelines, and increases accuracy.</a:t>
          </a:r>
        </a:p>
      </dsp:txBody>
      <dsp:txXfrm>
        <a:off x="2771957" y="1506718"/>
        <a:ext cx="1974099" cy="1225715"/>
      </dsp:txXfrm>
    </dsp:sp>
    <dsp:sp modelId="{2B66A9BA-6237-43B5-9423-F4B68AEAA788}">
      <dsp:nvSpPr>
        <dsp:cNvPr id="0" name=""/>
        <dsp:cNvSpPr/>
      </dsp:nvSpPr>
      <dsp:spPr>
        <a:xfrm>
          <a:off x="5012010" y="1252156"/>
          <a:ext cx="2050367" cy="1301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B61E7-8B65-4822-9B16-9BDF5D2CC5B7}">
      <dsp:nvSpPr>
        <dsp:cNvPr id="0" name=""/>
        <dsp:cNvSpPr/>
      </dsp:nvSpPr>
      <dsp:spPr>
        <a:xfrm>
          <a:off x="5239829" y="1468584"/>
          <a:ext cx="2050367" cy="13019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Addresses skilled labor shortages by automating tasks.</a:t>
          </a:r>
        </a:p>
      </dsp:txBody>
      <dsp:txXfrm>
        <a:off x="5277963" y="1506718"/>
        <a:ext cx="1974099" cy="12257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3B044-6984-4CA1-BC37-B80318EBCEF7}">
      <dsp:nvSpPr>
        <dsp:cNvPr id="0" name=""/>
        <dsp:cNvSpPr/>
      </dsp:nvSpPr>
      <dsp:spPr>
        <a:xfrm>
          <a:off x="0" y="491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57196-04E8-4784-A448-6B8B3A7BF578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57F92-86BC-44F2-8A05-C1506C6E7C63}">
      <dsp:nvSpPr>
        <dsp:cNvPr id="0" name=""/>
        <dsp:cNvSpPr/>
      </dsp:nvSpPr>
      <dsp:spPr>
        <a:xfrm>
          <a:off x="1327175" y="491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BIM and AI integration is shaping the future of construction.</a:t>
          </a:r>
        </a:p>
      </dsp:txBody>
      <dsp:txXfrm>
        <a:off x="1327175" y="491"/>
        <a:ext cx="5963021" cy="1149069"/>
      </dsp:txXfrm>
    </dsp:sp>
    <dsp:sp modelId="{6B42F836-CD6F-4CA2-8746-6E5079F909A6}">
      <dsp:nvSpPr>
        <dsp:cNvPr id="0" name=""/>
        <dsp:cNvSpPr/>
      </dsp:nvSpPr>
      <dsp:spPr>
        <a:xfrm>
          <a:off x="0" y="1436827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DAB35-1DD2-483E-9334-F322B095EBBC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A2B82-2823-4094-B183-3FCE2059151A}">
      <dsp:nvSpPr>
        <dsp:cNvPr id="0" name=""/>
        <dsp:cNvSpPr/>
      </dsp:nvSpPr>
      <dsp:spPr>
        <a:xfrm>
          <a:off x="1327175" y="1436827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Offers smarter, safer, and more sustainable building practices.</a:t>
          </a:r>
        </a:p>
      </dsp:txBody>
      <dsp:txXfrm>
        <a:off x="1327175" y="1436827"/>
        <a:ext cx="5963021" cy="1149069"/>
      </dsp:txXfrm>
    </dsp:sp>
    <dsp:sp modelId="{86B5E39F-6CD1-4AB7-9A86-B7A15BC6F5E7}">
      <dsp:nvSpPr>
        <dsp:cNvPr id="0" name=""/>
        <dsp:cNvSpPr/>
      </dsp:nvSpPr>
      <dsp:spPr>
        <a:xfrm>
          <a:off x="0" y="2873164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78D90-7576-416C-B2E5-9FBC4F05752E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333F8-4561-4DDB-B143-3329C5B9F212}">
      <dsp:nvSpPr>
        <dsp:cNvPr id="0" name=""/>
        <dsp:cNvSpPr/>
      </dsp:nvSpPr>
      <dsp:spPr>
        <a:xfrm>
          <a:off x="1327175" y="2873164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Continued innovation will drive digital transformation in the industry.</a:t>
          </a:r>
        </a:p>
      </dsp:txBody>
      <dsp:txXfrm>
        <a:off x="1327175" y="2873164"/>
        <a:ext cx="5963021" cy="11490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318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5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57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1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9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75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2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2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56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7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50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45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The Future of Construction BIM and AI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>
                <a:solidFill>
                  <a:srgbClr val="FFFFFF"/>
                </a:solidFill>
              </a:rPr>
              <a:t>Article Publication Date: May 6, 2025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FFFFFF"/>
                </a:solidFill>
              </a:rPr>
              <a:t>Article Link: https://theaecassociates.com/blog/bim-and-ai-integration/?utm_source</a:t>
            </a:r>
          </a:p>
          <a:p>
            <a:pPr>
              <a:lnSpc>
                <a:spcPct val="90000"/>
              </a:lnSpc>
            </a:pPr>
            <a:endParaRPr lang="en-US" sz="12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FFFFFF"/>
                </a:solidFill>
              </a:rPr>
              <a:t>Screenshot of the Headline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16C19-3C71-52B5-4A1A-7FAED3E49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48" y="640080"/>
            <a:ext cx="7187951" cy="3306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t>Introduction to BIM and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r>
              <a:t>• Integration of BIM and AI reshaping the AEC industry.</a:t>
            </a:r>
          </a:p>
          <a:p>
            <a:r>
              <a:t>• Enhances productivity, precision, and project outcomes.</a:t>
            </a:r>
          </a:p>
          <a:p>
            <a:r>
              <a:t>• AI automates repetitive tasks, interprets data, and provides insights.</a:t>
            </a:r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D3CD647D-2C51-9771-1E11-67433DFB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8" r="52091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AI Enhancing Automation and Clash Detection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3AD8F0-7B65-9EE7-52A6-D7DE0ACC1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277673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Optimizing Model Accuracy and Predictive Planning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9934EA-3CEB-D645-74B3-5384E9C22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6186601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Improved Collaboration and Informed Decision-Making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52CB7B-F8D3-DA77-3802-831A1E308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948258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Data-Driven Planning and Execution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EFF692-7BE0-04AB-1B5D-4A8DF8074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302833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BIM AI in Smart Construction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0521CC-EBFE-FC54-4901-085762C6A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517535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Broader Societal Implications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CFE6DB-29A2-2DD4-6C38-EBA25F928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033880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Relevance to the Construction Industry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3F759C-3CC2-A9B3-C8B8-240A18953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384295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0E411C-3F9A-CB97-A118-23F34902FC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25449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</TotalTime>
  <Words>359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The Future of Construction BIM and AI Integration</vt:lpstr>
      <vt:lpstr>Introduction to BIM and AI Integration</vt:lpstr>
      <vt:lpstr>AI Enhancing Automation and Clash Detection</vt:lpstr>
      <vt:lpstr>Optimizing Model Accuracy and Predictive Planning</vt:lpstr>
      <vt:lpstr>Improved Collaboration and Informed Decision-Making</vt:lpstr>
      <vt:lpstr>Data-Driven Planning and Execution</vt:lpstr>
      <vt:lpstr>BIM AI in Smart Construction</vt:lpstr>
      <vt:lpstr>Broader Societal Implications</vt:lpstr>
      <vt:lpstr>Relevance to the Construction Industry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thippa reddy</dc:creator>
  <cp:keywords/>
  <dc:description>generated using python-pptx</dc:description>
  <cp:lastModifiedBy>thippa reddy</cp:lastModifiedBy>
  <cp:revision>2</cp:revision>
  <dcterms:created xsi:type="dcterms:W3CDTF">2013-01-27T09:14:16Z</dcterms:created>
  <dcterms:modified xsi:type="dcterms:W3CDTF">2026-02-24T16:08:35Z</dcterms:modified>
  <cp:category/>
</cp:coreProperties>
</file>
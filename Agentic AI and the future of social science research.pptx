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099126-4A73-427C-96F3-D843ECA918C1}" v="4" dt="2026-03-27T23:05:46.7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riya Budhathoki" userId="059dd2c3a8161ba2" providerId="LiveId" clId="{B5166E12-B5F1-4FDE-A0E5-6F4F0260F79B}"/>
    <pc:docChg chg="undo custSel modSld">
      <pc:chgData name="Meriya Budhathoki" userId="059dd2c3a8161ba2" providerId="LiveId" clId="{B5166E12-B5F1-4FDE-A0E5-6F4F0260F79B}" dt="2026-03-27T23:04:30.621" v="28" actId="20577"/>
      <pc:docMkLst>
        <pc:docMk/>
      </pc:docMkLst>
      <pc:sldChg chg="modSp mod">
        <pc:chgData name="Meriya Budhathoki" userId="059dd2c3a8161ba2" providerId="LiveId" clId="{B5166E12-B5F1-4FDE-A0E5-6F4F0260F79B}" dt="2026-03-27T23:04:30.621" v="28" actId="20577"/>
        <pc:sldMkLst>
          <pc:docMk/>
          <pc:sldMk cId="0" sldId="257"/>
        </pc:sldMkLst>
        <pc:spChg chg="mod">
          <ac:chgData name="Meriya Budhathoki" userId="059dd2c3a8161ba2" providerId="LiveId" clId="{B5166E12-B5F1-4FDE-A0E5-6F4F0260F79B}" dt="2026-03-27T23:04:30.621" v="28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Meriya Budhathoki" userId="059dd2c3a8161ba2" providerId="LiveId" clId="{B5166E12-B5F1-4FDE-A0E5-6F4F0260F79B}" dt="2026-03-27T22:59:39.636" v="16" actId="20577"/>
        <pc:sldMkLst>
          <pc:docMk/>
          <pc:sldMk cId="0" sldId="258"/>
        </pc:sldMkLst>
        <pc:spChg chg="mod">
          <ac:chgData name="Meriya Budhathoki" userId="059dd2c3a8161ba2" providerId="LiveId" clId="{B5166E12-B5F1-4FDE-A0E5-6F4F0260F79B}" dt="2026-03-27T22:59:39.636" v="16" actId="20577"/>
          <ac:spMkLst>
            <pc:docMk/>
            <pc:sldMk cId="0" sldId="258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2443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944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519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141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244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600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26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301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9581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290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9759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654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rookings.edu/articles/the-train-has-left-the-station-agentic-ai-and-the-future-of-social-science-research/?utm_source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>
            <a:normAutofit/>
          </a:bodyPr>
          <a:lstStyle/>
          <a:p>
            <a:r>
              <a:rPr lang="en-US" sz="3700"/>
              <a:t>The train has left the station: Agentic AI and the future of social science research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>
            <a:normAutofit/>
          </a:bodyPr>
          <a:lstStyle/>
          <a:p>
            <a:r>
              <a:rPr lang="en-US" dirty="0"/>
              <a:t>By Solomon Messing and Joshua A. Tucker</a:t>
            </a:r>
          </a:p>
          <a:p>
            <a:r>
              <a:rPr lang="en-US" dirty="0"/>
              <a:t>March 3, 2026</a:t>
            </a:r>
          </a:p>
        </p:txBody>
      </p:sp>
      <p:pic>
        <p:nvPicPr>
          <p:cNvPr id="4" name="Picture 3" descr="d104297d-4b54-40d9-8d50-b56f40750fcc.png">
            <a:extLst>
              <a:ext uri="{FF2B5EF4-FFF2-40B4-BE49-F238E27FC236}">
                <a16:creationId xmlns:a16="http://schemas.microsoft.com/office/drawing/2014/main" id="{393B3854-ACD9-1051-BCF2-E2033C0035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"/>
          <a:stretch>
            <a:fillRect/>
          </a:stretch>
        </p:blipFill>
        <p:spPr>
          <a:xfrm>
            <a:off x="20" y="10"/>
            <a:ext cx="9143980" cy="45719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104297d-4b54-40d9-8d50-b56f40750fcc.png">
            <a:extLst>
              <a:ext uri="{FF2B5EF4-FFF2-40B4-BE49-F238E27FC236}">
                <a16:creationId xmlns:a16="http://schemas.microsoft.com/office/drawing/2014/main" id="{4BA46BD3-8B2F-D009-3F1D-84909BDB87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45" r="21802" b="3128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7D175FC-84CC-4D12-A5E2-FA27D934E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64198" cy="68580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4550113" cy="149961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000000"/>
                </a:solidFill>
              </a:rPr>
              <a:t>Article Details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C38328-2D50-4DDB-BD20-28DE12E49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4550113" cy="402336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Article Publication Date: March 3, 2026</a:t>
            </a:r>
          </a:p>
          <a:p>
            <a:r>
              <a:rPr lang="en-US" dirty="0">
                <a:solidFill>
                  <a:srgbClr val="000000"/>
                </a:solidFill>
              </a:rPr>
              <a:t>Article Number: NA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Title of the Article: The train has left the station: Agentic AI and the future of social science research</a:t>
            </a:r>
          </a:p>
          <a:p>
            <a:r>
              <a:rPr lang="en-US" dirty="0">
                <a:solidFill>
                  <a:srgbClr val="000000"/>
                </a:solidFill>
              </a:rPr>
              <a:t>Link to the source: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  <a:hlinkClick r:id="rId3"/>
              </a:rPr>
              <a:t>https://www.brookings.edu/articles/the-train-has-left-the-station-agentic-ai-and-the-future-of-social-science-research/?utm_source</a:t>
            </a:r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6013704" cy="1499616"/>
          </a:xfrm>
        </p:spPr>
        <p:txBody>
          <a:bodyPr>
            <a:normAutofit/>
          </a:bodyPr>
          <a:lstStyle/>
          <a:p>
            <a:r>
              <a:rPr dirty="0"/>
              <a:t>Summary of 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6013703" cy="4023360"/>
          </a:xfrm>
        </p:spPr>
        <p:txBody>
          <a:bodyPr>
            <a:normAutofit/>
          </a:bodyPr>
          <a:lstStyle/>
          <a:p>
            <a:r>
              <a:rPr dirty="0"/>
              <a:t>This article explores the transformative impact of agentic AI</a:t>
            </a:r>
            <a:r>
              <a:rPr lang="en-US" dirty="0"/>
              <a:t>-</a:t>
            </a:r>
            <a:r>
              <a:rPr dirty="0"/>
              <a:t>autonomous AI systems that can perform complex tasks on their own.</a:t>
            </a:r>
          </a:p>
          <a:p>
            <a:r>
              <a:rPr dirty="0"/>
              <a:t>These AI agents, like Claude Code and OpenAI’s Codex, are revolutionizing research by automating tasks such as data analysis, literature reviews, and writing research papers.</a:t>
            </a:r>
          </a:p>
          <a:p>
            <a:r>
              <a:rPr dirty="0"/>
              <a:t>While they boost productivity, the article highlights the risks of relying on AI, including errors in output, security vulnerabilities, and loss of technical skills among researchers.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325601"/>
            <a:ext cx="171519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4394539"/>
            <a:ext cx="171519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6013704" cy="1499616"/>
          </a:xfrm>
        </p:spPr>
        <p:txBody>
          <a:bodyPr>
            <a:normAutofit/>
          </a:bodyPr>
          <a:lstStyle/>
          <a:p>
            <a:r>
              <a:t>Broader Implications for Society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6013703" cy="4023360"/>
          </a:xfrm>
        </p:spPr>
        <p:txBody>
          <a:bodyPr>
            <a:normAutofit/>
          </a:bodyPr>
          <a:lstStyle/>
          <a:p>
            <a:r>
              <a:t>The rise of agentic AI will significantly alter the role of human researchers.</a:t>
            </a:r>
          </a:p>
          <a:p>
            <a:r>
              <a:t>While AI may democratize access to research tools and enhance productivity, it could also lead to the erosion of critical technical skills.</a:t>
            </a:r>
          </a:p>
          <a:p>
            <a:r>
              <a:t>Moreover, AI’s rapid output may overwhelm academic publishing systems, raising concerns about the quality and quantity of submissions.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325601"/>
            <a:ext cx="171519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4394539"/>
            <a:ext cx="171519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4550113" cy="1499616"/>
          </a:xfrm>
        </p:spPr>
        <p:txBody>
          <a:bodyPr>
            <a:normAutofit/>
          </a:bodyPr>
          <a:lstStyle/>
          <a:p>
            <a:r>
              <a:rPr lang="en-US" sz="4100"/>
              <a:t>Relevance to the Construction Industry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4550113" cy="4023360"/>
          </a:xfrm>
        </p:spPr>
        <p:txBody>
          <a:bodyPr>
            <a:normAutofit/>
          </a:bodyPr>
          <a:lstStyle/>
          <a:p>
            <a:r>
              <a:t>Though focused on social science, agentic AI's implications extend to industries like construction.</a:t>
            </a:r>
          </a:p>
          <a:p>
            <a:r>
              <a:t>In construction, AI agents could automate tasks like project management, data analysis, and planning.</a:t>
            </a:r>
          </a:p>
          <a:p>
            <a:r>
              <a:t>These tools could help construction companies improve efficiency, reduce costs, and speed up project timelines.</a:t>
            </a:r>
          </a:p>
        </p:txBody>
      </p:sp>
      <p:pic>
        <p:nvPicPr>
          <p:cNvPr id="5" name="Picture 4" descr="Construction work tools">
            <a:extLst>
              <a:ext uri="{FF2B5EF4-FFF2-40B4-BE49-F238E27FC236}">
                <a16:creationId xmlns:a16="http://schemas.microsoft.com/office/drawing/2014/main" id="{8B6F49E1-93B4-72B3-C7C5-57EF6002BF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346" r="29784" b="-1"/>
          <a:stretch>
            <a:fillRect/>
          </a:stretch>
        </p:blipFill>
        <p:spPr>
          <a:xfrm>
            <a:off x="5664199" y="10"/>
            <a:ext cx="3479800" cy="685799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12</TotalTime>
  <Words>291</Words>
  <Application>Microsoft Office PowerPoint</Application>
  <PresentationFormat>On-screen Show (4:3)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Tw Cen MT</vt:lpstr>
      <vt:lpstr>Tw Cen MT Condensed</vt:lpstr>
      <vt:lpstr>Wingdings 3</vt:lpstr>
      <vt:lpstr>Integral</vt:lpstr>
      <vt:lpstr>The train has left the station: Agentic AI and the future of social science research</vt:lpstr>
      <vt:lpstr>Article Details</vt:lpstr>
      <vt:lpstr>Summary of Key Points</vt:lpstr>
      <vt:lpstr>Broader Implications for Society</vt:lpstr>
      <vt:lpstr>Relevance to the Construction Industry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thipppa reddy</dc:creator>
  <cp:keywords/>
  <dc:description>generated using python-pptx</dc:description>
  <cp:lastModifiedBy>Meriya Budhathoki</cp:lastModifiedBy>
  <cp:revision>2</cp:revision>
  <dcterms:created xsi:type="dcterms:W3CDTF">2013-01-27T09:14:16Z</dcterms:created>
  <dcterms:modified xsi:type="dcterms:W3CDTF">2026-03-27T23:05:50Z</dcterms:modified>
  <cp:category/>
</cp:coreProperties>
</file>
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72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7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68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2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88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81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4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71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4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4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520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72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002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842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78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2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9C2C63-D709-4949-9465-29A52CBED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D2038-15D6-4003-8350-AFEC394E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3940" y="1399880"/>
            <a:ext cx="5856119" cy="4103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F519C2-F6BE-41BE-A50E-54B98359C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46249" y="1540931"/>
            <a:ext cx="5657851" cy="3835401"/>
          </a:xfrm>
          <a:prstGeom prst="rect">
            <a:avLst/>
          </a:prstGeom>
          <a:noFill/>
          <a:ln w="158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67AD93-AD3E-4C62-97D5-E54E14B2E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3631"/>
            <a:ext cx="9173373" cy="659658"/>
            <a:chOff x="-16934" y="3123631"/>
            <a:chExt cx="12231160" cy="659658"/>
          </a:xfrm>
        </p:grpSpPr>
        <p:sp>
          <p:nvSpPr>
            <p:cNvPr id="15" name="Rounded Rectangle 17">
              <a:extLst>
                <a:ext uri="{FF2B5EF4-FFF2-40B4-BE49-F238E27FC236}">
                  <a16:creationId xmlns:a16="http://schemas.microsoft.com/office/drawing/2014/main" id="{AA443E8D-EC07-4B8F-B370-2A1153F35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1F0AA1-D12D-4FDB-BF66-D9398ED93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17" name="Rounded Rectangle 20">
              <a:extLst>
                <a:ext uri="{FF2B5EF4-FFF2-40B4-BE49-F238E27FC236}">
                  <a16:creationId xmlns:a16="http://schemas.microsoft.com/office/drawing/2014/main" id="{E2B949DE-0178-4942-80DE-811C1AA4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84AA86D-EAE1-4E3F-A54C-7F1E390B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871131"/>
            <a:ext cx="5111752" cy="15155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chemeClr val="bg1"/>
                </a:solidFill>
              </a:rPr>
              <a:t>Alphabet Investors Push for Safeguards on Use of Its Cloud, AI 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3657597"/>
            <a:ext cx="5111752" cy="132080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By | April 29, 2026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72CE55-4C36-44F1-A9BD-379BEB843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Article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Article Publication Date: April 29, 2026</a:t>
            </a:r>
          </a:p>
          <a:p>
            <a:r>
              <a:rPr dirty="0"/>
              <a:t>Link: https://www.reuters.com/sustainability/boards-policy-regulation/alphabet-investors-push-safeguards-use-its-cloud-ai-tech-2026-04-29/?utm_source=chatgpt.com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Screenshot</a:t>
            </a:r>
          </a:p>
        </p:txBody>
      </p:sp>
      <p:pic>
        <p:nvPicPr>
          <p:cNvPr id="3" name="Picture 2" descr="image(57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Findings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Investors press Alphabet to explain how it controls the use of its AI technology and cloud services.</a:t>
            </a:r>
          </a:p>
          <a:p>
            <a:pPr marL="0" indent="0">
              <a:buNone/>
            </a:pPr>
            <a:r>
              <a:rPr dirty="0"/>
              <a:t>• Concerns about surveillance risks in high-risk contexts like U.S. immigration authorities and Israeli government contracts.</a:t>
            </a:r>
          </a:p>
          <a:p>
            <a:pPr marL="0" indent="0">
              <a:buNone/>
            </a:pPr>
            <a:r>
              <a:rPr dirty="0"/>
              <a:t>• Alphabet claims existing data privacy measures are sufficient.</a:t>
            </a:r>
          </a:p>
          <a:p>
            <a:pPr marL="0" indent="0">
              <a:buNone/>
            </a:pPr>
            <a:r>
              <a:rPr dirty="0"/>
              <a:t>• Investors call for more transparency and safeguards.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Implications for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Growing concerns about the misuse of technology for surveillance, especially by governments.</a:t>
            </a:r>
          </a:p>
          <a:p>
            <a:pPr marL="0" indent="0">
              <a:buNone/>
            </a:pPr>
            <a:r>
              <a:rPr dirty="0"/>
              <a:t>• Increasing demand for transparency and accountability from tech companies in AI and cloud usage.</a:t>
            </a:r>
          </a:p>
          <a:p>
            <a:pPr marL="0" indent="0">
              <a:buNone/>
            </a:pPr>
            <a:r>
              <a:rPr dirty="0"/>
              <a:t>• Ethical concerns around the militarization and civil liberties impacts of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Relevance to the Construction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Construction companies utilizing cloud and AI technologies must ensure responsible use to avoid surveillance misuse.</a:t>
            </a:r>
          </a:p>
          <a:p>
            <a:pPr marL="0" indent="0">
              <a:buNone/>
            </a:pPr>
            <a:r>
              <a:rPr dirty="0"/>
              <a:t>• Companies should focus on ethical implications and transparency in their AI-driven operations.</a:t>
            </a:r>
          </a:p>
          <a:p>
            <a:pPr marL="0" indent="0">
              <a:buNone/>
            </a:pPr>
            <a:r>
              <a:rPr dirty="0"/>
              <a:t>• Regulatory frameworks for AI usage will impact industries like construction that rely on these technologies for efficiency.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219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Alphabet Investors Push for Safeguards on Use of Its Cloud, AI Tech</vt:lpstr>
      <vt:lpstr>Article Details</vt:lpstr>
      <vt:lpstr>Headline Screenshot</vt:lpstr>
      <vt:lpstr>Main Findings and Arguments</vt:lpstr>
      <vt:lpstr>Broader Implications for Society</vt:lpstr>
      <vt:lpstr>Relevance to the Construction Industry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Islam, Majedul</cp:lastModifiedBy>
  <cp:revision>2</cp:revision>
  <dcterms:created xsi:type="dcterms:W3CDTF">2013-01-27T09:14:16Z</dcterms:created>
  <dcterms:modified xsi:type="dcterms:W3CDTF">2026-04-30T08:51:44Z</dcterms:modified>
  <cp:category/>
</cp:coreProperties>
</file>
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0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59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435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16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91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672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95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385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57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586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547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75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226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2410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8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995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45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01732C-37EE-4B98-A709-9530173F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4E48C8-2A00-4C54-BC9C-B18EE49E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9172471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E0A0544-8F52-43F0-AC3E-DF683908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F4057D3-A680-4443-9E51-ED920A69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F6853A4-7B38-4FDE-B024-AE8BA71E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6ADF4DB-4290-4441-8F8E-04152FE60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8146" y="982132"/>
            <a:ext cx="3070512" cy="2823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262626"/>
                </a:solidFill>
              </a:rPr>
              <a:t>Inside Europe’s AI Playbook: Guardrails First, Flexibility Later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8146" y="4076944"/>
            <a:ext cx="3070512" cy="16796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solidFill>
                  <a:srgbClr val="000000"/>
                </a:solidFill>
              </a:rPr>
              <a:t>Article published on April 10, 2026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solidFill>
                  <a:srgbClr val="000000"/>
                </a:solidFill>
              </a:rPr>
              <a:t>Link: https://www.axios.com</a:t>
            </a:r>
          </a:p>
        </p:txBody>
      </p:sp>
      <p:pic>
        <p:nvPicPr>
          <p:cNvPr id="4" name="Picture 3" descr="image(189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001" y="2454750"/>
            <a:ext cx="4102099" cy="194849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Findings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- The EU emphasizes "guardrails," which are clear, well-defined rules designed to protect citizens and foster trust in AI technologies.</a:t>
            </a:r>
          </a:p>
          <a:p>
            <a:pPr marL="0" indent="0">
              <a:buNone/>
            </a:pPr>
            <a:r>
              <a:rPr dirty="0"/>
              <a:t>- The EU AI Act aims to establish a unified regulatory framework, focusing on transparency, accountability, fairness, and ethics.</a:t>
            </a:r>
          </a:p>
          <a:p>
            <a:pPr marL="0" indent="0">
              <a:buNone/>
            </a:pPr>
            <a:r>
              <a:rPr dirty="0"/>
              <a:t>- The EU's approach contrasts with the more decentralized and fragmented policies seen in the U.S.</a:t>
            </a:r>
          </a:p>
          <a:p>
            <a:pPr marL="0" indent="0">
              <a:buNone/>
            </a:pPr>
            <a:r>
              <a:rPr dirty="0"/>
              <a:t>- The goal is to prevent the rise of a "wild west" situation, ensuring consistent and uniform AI regulations across member states.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Broader Implications for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dirty="0"/>
              <a:t>- Increased public trust in AI technologies due to stronger protections for privacy, fairness, and transparency.</a:t>
            </a:r>
          </a:p>
          <a:p>
            <a:pPr marL="0" indent="0">
              <a:buNone/>
            </a:pPr>
            <a:r>
              <a:rPr dirty="0"/>
              <a:t>- The EU's regulatory framework is expected to inspire global AI practices, raising the bar for ethical and responsible AI development.</a:t>
            </a:r>
          </a:p>
          <a:p>
            <a:pPr marL="0" indent="0">
              <a:buNone/>
            </a:pPr>
            <a:r>
              <a:rPr dirty="0"/>
              <a:t>- The EU aims to create a safer, more responsible AI environment that aligns with core societal values such as privacy and equality.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Relevance or Potential Influence on the Construction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- The EU AI Act could impact the use of AI-driven technologies like autonomous machinery, predictive analytics, and robotics in construction.</a:t>
            </a:r>
          </a:p>
          <a:p>
            <a:pPr marL="0" indent="0">
              <a:buNone/>
            </a:pPr>
            <a:r>
              <a:rPr dirty="0"/>
              <a:t>- AI regulations could result in more robust safety measures, ensuring efficiency without compromising worker safety.</a:t>
            </a:r>
          </a:p>
          <a:p>
            <a:pPr marL="0" indent="0">
              <a:buNone/>
            </a:pPr>
            <a:r>
              <a:rPr dirty="0"/>
              <a:t>- Construction companies will need to adopt transparency in their AI systems, addressing issues like resource allocation and job displacement due to automation.</a:t>
            </a:r>
          </a:p>
          <a:p>
            <a:pPr marL="0" indent="0">
              <a:buNone/>
            </a:pPr>
            <a:r>
              <a:rPr dirty="0"/>
              <a:t>- Smaller companies might face challenges complying with these regulations, which could increase costs but also drive innovation.</a:t>
            </a:r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289</Words>
  <Application>Microsoft Office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Garamond</vt:lpstr>
      <vt:lpstr>Organic</vt:lpstr>
      <vt:lpstr>Inside Europe’s AI Playbook: Guardrails First, Flexibility Later</vt:lpstr>
      <vt:lpstr>Main Findings and Arguments</vt:lpstr>
      <vt:lpstr>Broader Implications for Society</vt:lpstr>
      <vt:lpstr>Relevance or Potential Influence on the Construction Industry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thipppa reddy</dc:creator>
  <cp:keywords/>
  <dc:description>generated using python-pptx</dc:description>
  <cp:lastModifiedBy>Islam, Majedul</cp:lastModifiedBy>
  <cp:revision>2</cp:revision>
  <dcterms:created xsi:type="dcterms:W3CDTF">2013-01-27T09:14:16Z</dcterms:created>
  <dcterms:modified xsi:type="dcterms:W3CDTF">2026-04-16T11:00:09Z</dcterms:modified>
  <cp:category/>
</cp:coreProperties>
</file>